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85" r:id="rId5"/>
    <p:sldId id="277" r:id="rId6"/>
    <p:sldId id="282" r:id="rId7"/>
    <p:sldId id="293" r:id="rId8"/>
    <p:sldId id="261" r:id="rId9"/>
    <p:sldId id="294" r:id="rId10"/>
    <p:sldId id="263" r:id="rId11"/>
    <p:sldId id="278" r:id="rId12"/>
    <p:sldId id="268" r:id="rId13"/>
    <p:sldId id="266" r:id="rId14"/>
    <p:sldId id="29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48" userDrawn="1">
          <p15:clr>
            <a:srgbClr val="A4A3A4"/>
          </p15:clr>
        </p15:guide>
        <p15:guide id="2" pos="2664" userDrawn="1">
          <p15:clr>
            <a:srgbClr val="A4A3A4"/>
          </p15:clr>
        </p15:guide>
        <p15:guide id="3" orient="horz" pos="2664" userDrawn="1">
          <p15:clr>
            <a:srgbClr val="A4A3A4"/>
          </p15:clr>
        </p15:guide>
        <p15:guide id="4" orient="horz" pos="326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69F"/>
    <a:srgbClr val="68C6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24D7AF-0719-44BD-BC84-C003AC6FEE62}" v="4591" dt="2024-11-02T20:28:57.5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guide orient="horz" pos="3648"/>
        <p:guide pos="2664"/>
        <p:guide orient="horz" pos="2664"/>
        <p:guide orient="horz" pos="326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8D32CE2-6C64-40A5-9DAB-DD3946A432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20569BD-8C5B-4110-9E60-C359DDF561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37E1B8-528F-4D87-8EBD-B843BAE2C861}" type="datetimeFigureOut">
              <a:rPr lang="en-US" smtClean="0"/>
              <a:t>11/2/2024</a:t>
            </a:fld>
            <a:endParaRPr lang="en-US"/>
          </a:p>
        </p:txBody>
      </p:sp>
      <p:sp>
        <p:nvSpPr>
          <p:cNvPr id="4" name="Footer Placeholder 3">
            <a:extLst>
              <a:ext uri="{FF2B5EF4-FFF2-40B4-BE49-F238E27FC236}">
                <a16:creationId xmlns:a16="http://schemas.microsoft.com/office/drawing/2014/main" id="{84C05E23-8F29-4628-B4F0-7CBCB7658F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591933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0E576D-777F-42E1-9739-7FD89F404092}" type="datetimeFigureOut">
              <a:rPr lang="en-US" smtClean="0"/>
              <a:t>11/2/2024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4F1A11-BB96-443E-B274-982C61AA7E0D}" type="slidenum">
              <a:rPr lang="en-US" smtClean="0"/>
              <a:t>‹#›</a:t>
            </a:fld>
            <a:endParaRPr lang="en-US"/>
          </a:p>
        </p:txBody>
      </p:sp>
    </p:spTree>
    <p:extLst>
      <p:ext uri="{BB962C8B-B14F-4D97-AF65-F5344CB8AC3E}">
        <p14:creationId xmlns:p14="http://schemas.microsoft.com/office/powerpoint/2010/main" val="1152896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F4F1A11-BB96-443E-B274-982C61AA7E0D}" type="slidenum">
              <a:rPr lang="en-US" smtClean="0"/>
              <a:t>6</a:t>
            </a:fld>
            <a:endParaRPr lang="en-US"/>
          </a:p>
        </p:txBody>
      </p:sp>
    </p:spTree>
    <p:extLst>
      <p:ext uri="{BB962C8B-B14F-4D97-AF65-F5344CB8AC3E}">
        <p14:creationId xmlns:p14="http://schemas.microsoft.com/office/powerpoint/2010/main" val="3745832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6C2E115-5267-49A0-A702-59745AC649CC}"/>
              </a:ext>
            </a:extLst>
          </p:cNvPr>
          <p:cNvSpPr>
            <a:spLocks noGrp="1"/>
          </p:cNvSpPr>
          <p:nvPr>
            <p:ph type="pic" sz="quarter" idx="13"/>
          </p:nvPr>
        </p:nvSpPr>
        <p:spPr>
          <a:xfrm>
            <a:off x="0" y="0"/>
            <a:ext cx="12192000" cy="6858000"/>
          </a:xfrm>
        </p:spPr>
        <p:txBody>
          <a:bodyPr/>
          <a:lstStyle/>
          <a:p>
            <a:r>
              <a:rPr lang="en-US"/>
              <a:t>Click icon to add picture</a:t>
            </a:r>
          </a:p>
        </p:txBody>
      </p:sp>
      <p:sp>
        <p:nvSpPr>
          <p:cNvPr id="21" name="Text Placeholder 8">
            <a:extLst>
              <a:ext uri="{FF2B5EF4-FFF2-40B4-BE49-F238E27FC236}">
                <a16:creationId xmlns:a16="http://schemas.microsoft.com/office/drawing/2014/main" id="{04479580-C1B1-4B70-875C-70152944FD5E}"/>
              </a:ext>
            </a:extLst>
          </p:cNvPr>
          <p:cNvSpPr>
            <a:spLocks noGrp="1"/>
          </p:cNvSpPr>
          <p:nvPr>
            <p:ph type="body" sz="quarter" idx="17" hasCustomPrompt="1"/>
          </p:nvPr>
        </p:nvSpPr>
        <p:spPr>
          <a:xfrm>
            <a:off x="2284355" y="4687178"/>
            <a:ext cx="1598515" cy="1681163"/>
          </a:xfrm>
        </p:spPr>
        <p:txBody>
          <a:bodyPr>
            <a:noAutofit/>
          </a:bodyPr>
          <a:lstStyle>
            <a:lvl1pPr marL="0" indent="0">
              <a:buNone/>
              <a:defRPr sz="15500" b="1">
                <a:solidFill>
                  <a:schemeClr val="tx1"/>
                </a:solidFill>
              </a:defRPr>
            </a:lvl1pPr>
          </a:lstStyle>
          <a:p>
            <a:pPr lvl="0"/>
            <a:r>
              <a:rPr lang="en-US"/>
              <a:t>M</a:t>
            </a:r>
          </a:p>
        </p:txBody>
      </p:sp>
      <p:sp>
        <p:nvSpPr>
          <p:cNvPr id="18" name="Text Placeholder 8">
            <a:extLst>
              <a:ext uri="{FF2B5EF4-FFF2-40B4-BE49-F238E27FC236}">
                <a16:creationId xmlns:a16="http://schemas.microsoft.com/office/drawing/2014/main" id="{1323CA5D-7F88-4E2C-B2E1-D03E010724BC}"/>
              </a:ext>
            </a:extLst>
          </p:cNvPr>
          <p:cNvSpPr>
            <a:spLocks noGrp="1"/>
          </p:cNvSpPr>
          <p:nvPr>
            <p:ph type="body" sz="quarter" idx="15" hasCustomPrompt="1"/>
          </p:nvPr>
        </p:nvSpPr>
        <p:spPr>
          <a:xfrm>
            <a:off x="3440172" y="1726672"/>
            <a:ext cx="1253665" cy="1681163"/>
          </a:xfrm>
        </p:spPr>
        <p:txBody>
          <a:bodyPr>
            <a:noAutofit/>
          </a:bodyPr>
          <a:lstStyle>
            <a:lvl1pPr marL="0" indent="0">
              <a:buNone/>
              <a:defRPr sz="15500" b="1">
                <a:solidFill>
                  <a:schemeClr val="tx1"/>
                </a:solidFill>
              </a:defRPr>
            </a:lvl1pPr>
          </a:lstStyle>
          <a:p>
            <a:pPr lvl="0"/>
            <a:r>
              <a:rPr lang="en-US"/>
              <a:t>T</a:t>
            </a:r>
          </a:p>
        </p:txBody>
      </p:sp>
      <p:sp>
        <p:nvSpPr>
          <p:cNvPr id="9" name="Text Placeholder 8">
            <a:extLst>
              <a:ext uri="{FF2B5EF4-FFF2-40B4-BE49-F238E27FC236}">
                <a16:creationId xmlns:a16="http://schemas.microsoft.com/office/drawing/2014/main" id="{2FDFF095-F8DE-447E-A83F-BD55BD03BEBB}"/>
              </a:ext>
            </a:extLst>
          </p:cNvPr>
          <p:cNvSpPr>
            <a:spLocks noGrp="1"/>
          </p:cNvSpPr>
          <p:nvPr>
            <p:ph type="body" sz="quarter" idx="14" hasCustomPrompt="1"/>
          </p:nvPr>
        </p:nvSpPr>
        <p:spPr>
          <a:xfrm>
            <a:off x="1903189" y="71740"/>
            <a:ext cx="1253665" cy="1681163"/>
          </a:xfrm>
        </p:spPr>
        <p:txBody>
          <a:bodyPr>
            <a:noAutofit/>
          </a:bodyPr>
          <a:lstStyle>
            <a:lvl1pPr marL="0" indent="0">
              <a:buNone/>
              <a:defRPr sz="15500" b="1">
                <a:solidFill>
                  <a:schemeClr val="tx1"/>
                </a:solidFill>
              </a:defRPr>
            </a:lvl1pPr>
          </a:lstStyle>
          <a:p>
            <a:pPr lvl="0"/>
            <a:r>
              <a:rPr lang="en-US"/>
              <a:t>S</a:t>
            </a:r>
          </a:p>
        </p:txBody>
      </p:sp>
      <p:sp>
        <p:nvSpPr>
          <p:cNvPr id="20" name="Text Placeholder 8">
            <a:extLst>
              <a:ext uri="{FF2B5EF4-FFF2-40B4-BE49-F238E27FC236}">
                <a16:creationId xmlns:a16="http://schemas.microsoft.com/office/drawing/2014/main" id="{FA2755C1-A0B6-448A-BE5D-4B492BB7BBE6}"/>
              </a:ext>
            </a:extLst>
          </p:cNvPr>
          <p:cNvSpPr>
            <a:spLocks noGrp="1"/>
          </p:cNvSpPr>
          <p:nvPr>
            <p:ph type="body" sz="quarter" idx="16" hasCustomPrompt="1"/>
          </p:nvPr>
        </p:nvSpPr>
        <p:spPr>
          <a:xfrm>
            <a:off x="629693" y="2858632"/>
            <a:ext cx="1253665" cy="1681163"/>
          </a:xfrm>
        </p:spPr>
        <p:txBody>
          <a:bodyPr>
            <a:noAutofit/>
          </a:bodyPr>
          <a:lstStyle>
            <a:lvl1pPr marL="0" indent="0">
              <a:buNone/>
              <a:defRPr sz="15500" b="1">
                <a:solidFill>
                  <a:schemeClr val="tx1"/>
                </a:solidFill>
              </a:defRPr>
            </a:lvl1pPr>
          </a:lstStyle>
          <a:p>
            <a:pPr lvl="0"/>
            <a:r>
              <a:rPr lang="en-US"/>
              <a:t>E</a:t>
            </a:r>
          </a:p>
        </p:txBody>
      </p:sp>
      <p:sp>
        <p:nvSpPr>
          <p:cNvPr id="2" name="Title 1">
            <a:extLst>
              <a:ext uri="{FF2B5EF4-FFF2-40B4-BE49-F238E27FC236}">
                <a16:creationId xmlns:a16="http://schemas.microsoft.com/office/drawing/2014/main" id="{A87F3357-BDC3-43CE-89C0-05F5AB973376}"/>
              </a:ext>
            </a:extLst>
          </p:cNvPr>
          <p:cNvSpPr>
            <a:spLocks noGrp="1"/>
          </p:cNvSpPr>
          <p:nvPr>
            <p:ph type="ctrTitle" hasCustomPrompt="1"/>
          </p:nvPr>
        </p:nvSpPr>
        <p:spPr>
          <a:xfrm>
            <a:off x="2373216" y="3667946"/>
            <a:ext cx="9285382" cy="1277857"/>
          </a:xfrm>
        </p:spPr>
        <p:txBody>
          <a:bodyPr anchor="ctr"/>
          <a:lstStyle>
            <a:lvl1pPr algn="l">
              <a:defRPr sz="6000" cap="all" baseline="0"/>
            </a:lvl1pPr>
          </a:lstStyle>
          <a:p>
            <a:r>
              <a:rPr lang="en-US"/>
              <a:t>Click to edit title</a:t>
            </a:r>
          </a:p>
        </p:txBody>
      </p:sp>
      <p:sp>
        <p:nvSpPr>
          <p:cNvPr id="3" name="Subtitle 2">
            <a:extLst>
              <a:ext uri="{FF2B5EF4-FFF2-40B4-BE49-F238E27FC236}">
                <a16:creationId xmlns:a16="http://schemas.microsoft.com/office/drawing/2014/main" id="{C0EFD7F6-12F1-44A8-B26F-82773993F165}"/>
              </a:ext>
            </a:extLst>
          </p:cNvPr>
          <p:cNvSpPr>
            <a:spLocks noGrp="1"/>
          </p:cNvSpPr>
          <p:nvPr>
            <p:ph type="subTitle" idx="1" hasCustomPrompt="1"/>
          </p:nvPr>
        </p:nvSpPr>
        <p:spPr>
          <a:xfrm>
            <a:off x="7970418" y="5325276"/>
            <a:ext cx="3677297" cy="682094"/>
          </a:xfrm>
        </p:spPr>
        <p:txBody>
          <a:bodyPr anchor="ct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a:t>
            </a:r>
          </a:p>
        </p:txBody>
      </p:sp>
      <p:cxnSp>
        <p:nvCxnSpPr>
          <p:cNvPr id="23" name="Straight Connector 22">
            <a:extLst>
              <a:ext uri="{FF2B5EF4-FFF2-40B4-BE49-F238E27FC236}">
                <a16:creationId xmlns:a16="http://schemas.microsoft.com/office/drawing/2014/main" id="{BE5B50AA-4BAC-4997-B444-E281DECD0DB4}"/>
              </a:ext>
            </a:extLst>
          </p:cNvPr>
          <p:cNvCxnSpPr>
            <a:cxnSpLocks/>
          </p:cNvCxnSpPr>
          <p:nvPr userDrawn="1"/>
        </p:nvCxnSpPr>
        <p:spPr>
          <a:xfrm>
            <a:off x="4579559" y="5744231"/>
            <a:ext cx="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2DEC412-0EF3-4D93-AF25-A2D2F5A5093A}"/>
              </a:ext>
            </a:extLst>
          </p:cNvPr>
          <p:cNvCxnSpPr>
            <a:cxnSpLocks/>
          </p:cNvCxnSpPr>
          <p:nvPr userDrawn="1"/>
        </p:nvCxnSpPr>
        <p:spPr>
          <a:xfrm>
            <a:off x="2536371" y="2017985"/>
            <a:ext cx="0" cy="15343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C2836A9-D1F4-4562-B95F-B7BF8F4713B5}"/>
              </a:ext>
            </a:extLst>
          </p:cNvPr>
          <p:cNvCxnSpPr>
            <a:cxnSpLocks/>
          </p:cNvCxnSpPr>
          <p:nvPr userDrawn="1"/>
        </p:nvCxnSpPr>
        <p:spPr>
          <a:xfrm flipH="1">
            <a:off x="4245428" y="5655432"/>
            <a:ext cx="331888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9836124"/>
      </p:ext>
    </p:extLst>
  </p:cSld>
  <p:clrMapOvr>
    <a:masterClrMapping/>
  </p:clrMapOvr>
  <p:extLst>
    <p:ext uri="{DCECCB84-F9BA-43D5-87BE-67443E8EF086}">
      <p15:sldGuideLst xmlns:p15="http://schemas.microsoft.com/office/powerpoint/2012/main">
        <p15:guide id="1" pos="158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4A9869E4-27A3-4A22-92EA-ECD5099EC492}"/>
              </a:ext>
            </a:extLst>
          </p:cNvPr>
          <p:cNvSpPr/>
          <p:nvPr userDrawn="1"/>
        </p:nvSpPr>
        <p:spPr>
          <a:xfrm>
            <a:off x="6016886" y="0"/>
            <a:ext cx="6175114" cy="6858000"/>
          </a:xfrm>
          <a:custGeom>
            <a:avLst/>
            <a:gdLst>
              <a:gd name="connsiteX0" fmla="*/ 1341004 w 6175114"/>
              <a:gd name="connsiteY0" fmla="*/ 0 h 6858000"/>
              <a:gd name="connsiteX1" fmla="*/ 6175114 w 6175114"/>
              <a:gd name="connsiteY1" fmla="*/ 0 h 6858000"/>
              <a:gd name="connsiteX2" fmla="*/ 6175114 w 6175114"/>
              <a:gd name="connsiteY2" fmla="*/ 1753853 h 6858000"/>
              <a:gd name="connsiteX3" fmla="*/ 5820369 w 6175114"/>
              <a:gd name="connsiteY3" fmla="*/ 2196189 h 6858000"/>
              <a:gd name="connsiteX4" fmla="*/ 3753019 w 6175114"/>
              <a:gd name="connsiteY4" fmla="*/ 1432910 h 6858000"/>
              <a:gd name="connsiteX5" fmla="*/ 2496678 w 6175114"/>
              <a:gd name="connsiteY5" fmla="*/ 2275742 h 6858000"/>
              <a:gd name="connsiteX6" fmla="*/ 4071059 w 6175114"/>
              <a:gd name="connsiteY6" fmla="*/ 3452528 h 6858000"/>
              <a:gd name="connsiteX7" fmla="*/ 5359131 w 6175114"/>
              <a:gd name="connsiteY7" fmla="*/ 3977321 h 6858000"/>
              <a:gd name="connsiteX8" fmla="*/ 6026758 w 6175114"/>
              <a:gd name="connsiteY8" fmla="*/ 4302039 h 6858000"/>
              <a:gd name="connsiteX9" fmla="*/ 6175114 w 6175114"/>
              <a:gd name="connsiteY9" fmla="*/ 4397461 h 6858000"/>
              <a:gd name="connsiteX10" fmla="*/ 6175114 w 6175114"/>
              <a:gd name="connsiteY10" fmla="*/ 6858000 h 6858000"/>
              <a:gd name="connsiteX11" fmla="*/ 4869473 w 6175114"/>
              <a:gd name="connsiteY11" fmla="*/ 6858000 h 6858000"/>
              <a:gd name="connsiteX12" fmla="*/ 4856472 w 6175114"/>
              <a:gd name="connsiteY12" fmla="*/ 6790487 h 6858000"/>
              <a:gd name="connsiteX13" fmla="*/ 3419067 w 6175114"/>
              <a:gd name="connsiteY13" fmla="*/ 5837920 h 6858000"/>
              <a:gd name="connsiteX14" fmla="*/ 2099173 w 6175114"/>
              <a:gd name="connsiteY14" fmla="*/ 5265482 h 6858000"/>
              <a:gd name="connsiteX15" fmla="*/ 0 w 6175114"/>
              <a:gd name="connsiteY15" fmla="*/ 2434764 h 6858000"/>
              <a:gd name="connsiteX16" fmla="*/ 1315163 w 6175114"/>
              <a:gd name="connsiteY16" fmla="*/ 16279 h 6858000"/>
              <a:gd name="connsiteX17" fmla="*/ 1341004 w 6175114"/>
              <a:gd name="connsiteY1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75114" h="6858000">
                <a:moveTo>
                  <a:pt x="1341004" y="0"/>
                </a:moveTo>
                <a:lnTo>
                  <a:pt x="6175114" y="0"/>
                </a:lnTo>
                <a:lnTo>
                  <a:pt x="6175114" y="1753853"/>
                </a:lnTo>
                <a:lnTo>
                  <a:pt x="5820369" y="2196189"/>
                </a:lnTo>
                <a:cubicBezTo>
                  <a:pt x="5120645" y="1703218"/>
                  <a:pt x="4405009" y="1432910"/>
                  <a:pt x="3753019" y="1432910"/>
                </a:cubicBezTo>
                <a:cubicBezTo>
                  <a:pt x="2989739" y="1432910"/>
                  <a:pt x="2496678" y="1735039"/>
                  <a:pt x="2496678" y="2275742"/>
                </a:cubicBezTo>
                <a:cubicBezTo>
                  <a:pt x="2496678" y="2880092"/>
                  <a:pt x="3148671" y="3086756"/>
                  <a:pt x="4071059" y="3452528"/>
                </a:cubicBezTo>
                <a:lnTo>
                  <a:pt x="5359131" y="3977321"/>
                </a:lnTo>
                <a:cubicBezTo>
                  <a:pt x="5600645" y="4072737"/>
                  <a:pt x="5823711" y="4180452"/>
                  <a:pt x="6026758" y="4302039"/>
                </a:cubicBezTo>
                <a:lnTo>
                  <a:pt x="6175114" y="4397461"/>
                </a:lnTo>
                <a:lnTo>
                  <a:pt x="6175114" y="6858000"/>
                </a:lnTo>
                <a:lnTo>
                  <a:pt x="4869473" y="6858000"/>
                </a:lnTo>
                <a:lnTo>
                  <a:pt x="4856472" y="6790487"/>
                </a:lnTo>
                <a:cubicBezTo>
                  <a:pt x="4737539" y="6344090"/>
                  <a:pt x="4212235" y="6157971"/>
                  <a:pt x="3419067" y="5837920"/>
                </a:cubicBezTo>
                <a:lnTo>
                  <a:pt x="2099173" y="5265482"/>
                </a:lnTo>
                <a:cubicBezTo>
                  <a:pt x="1001854" y="4836066"/>
                  <a:pt x="0" y="3929589"/>
                  <a:pt x="0" y="2434764"/>
                </a:cubicBezTo>
                <a:cubicBezTo>
                  <a:pt x="0" y="1459726"/>
                  <a:pt x="493110" y="590353"/>
                  <a:pt x="1315163" y="16279"/>
                </a:cubicBezTo>
                <a:lnTo>
                  <a:pt x="1341004" y="0"/>
                </a:lnTo>
                <a:close/>
              </a:path>
            </a:pathLst>
          </a:custGeom>
          <a:gradFill>
            <a:gsLst>
              <a:gs pos="100000">
                <a:schemeClr val="accent2"/>
              </a:gs>
              <a:gs pos="8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83917A6-AC6D-490C-947C-C8BDB0A54B33}"/>
              </a:ext>
            </a:extLst>
          </p:cNvPr>
          <p:cNvSpPr>
            <a:spLocks noGrp="1"/>
          </p:cNvSpPr>
          <p:nvPr>
            <p:ph type="title"/>
          </p:nvPr>
        </p:nvSpPr>
        <p:spPr>
          <a:xfrm>
            <a:off x="1099456" y="3257550"/>
            <a:ext cx="4203247" cy="743744"/>
          </a:xfrm>
        </p:spPr>
        <p:txBody>
          <a:bodyPr lIns="0" anchor="t">
            <a:noAutofit/>
          </a:bodyPr>
          <a:lstStyle>
            <a:lvl1pPr>
              <a:defRPr sz="2800" cap="all" baseline="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772EF9B-97B0-4909-B1C8-B680035F9DC5}"/>
              </a:ext>
            </a:extLst>
          </p:cNvPr>
          <p:cNvSpPr>
            <a:spLocks noGrp="1"/>
          </p:cNvSpPr>
          <p:nvPr>
            <p:ph idx="1"/>
          </p:nvPr>
        </p:nvSpPr>
        <p:spPr>
          <a:xfrm>
            <a:off x="1099456" y="4238625"/>
            <a:ext cx="4203247" cy="1800225"/>
          </a:xfrm>
        </p:spPr>
        <p:txBody>
          <a:bodyPr lIns="0">
            <a:normAutofit/>
          </a:bodyPr>
          <a:lstStyle>
            <a:lvl1pPr marL="0" indent="0">
              <a:lnSpc>
                <a:spcPct val="150000"/>
              </a:lnSpc>
              <a:buNone/>
              <a:defRPr sz="1200"/>
            </a:lvl1pPr>
          </a:lstStyle>
          <a:p>
            <a:pPr lvl="0"/>
            <a:r>
              <a:rPr lang="en-US"/>
              <a:t>Click to edit Master text styles</a:t>
            </a:r>
          </a:p>
        </p:txBody>
      </p:sp>
      <p:sp>
        <p:nvSpPr>
          <p:cNvPr id="4" name="Date Placeholder 3">
            <a:extLst>
              <a:ext uri="{FF2B5EF4-FFF2-40B4-BE49-F238E27FC236}">
                <a16:creationId xmlns:a16="http://schemas.microsoft.com/office/drawing/2014/main" id="{241881D0-A955-463B-814E-4977DB443F8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0B6947-085B-4130-82A4-5D464A42F85F}"/>
              </a:ext>
            </a:extLst>
          </p:cNvPr>
          <p:cNvSpPr>
            <a:spLocks noGrp="1"/>
          </p:cNvSpPr>
          <p:nvPr>
            <p:ph type="ftr" sz="quarter" idx="11"/>
          </p:nvPr>
        </p:nvSpPr>
        <p:spPr/>
        <p:txBody>
          <a:bodyPr/>
          <a:lstStyle/>
          <a:p>
            <a:r>
              <a:rPr lang="en-US"/>
              <a:t>Pitch deck</a:t>
            </a:r>
          </a:p>
        </p:txBody>
      </p:sp>
      <p:sp>
        <p:nvSpPr>
          <p:cNvPr id="6" name="Slide Number Placeholder 5">
            <a:extLst>
              <a:ext uri="{FF2B5EF4-FFF2-40B4-BE49-F238E27FC236}">
                <a16:creationId xmlns:a16="http://schemas.microsoft.com/office/drawing/2014/main" id="{ABD21287-635C-42C2-8343-AB4B83FB3B76}"/>
              </a:ext>
            </a:extLst>
          </p:cNvPr>
          <p:cNvSpPr>
            <a:spLocks noGrp="1"/>
          </p:cNvSpPr>
          <p:nvPr>
            <p:ph type="sldNum" sz="quarter" idx="12"/>
          </p:nvPr>
        </p:nvSpPr>
        <p:spPr/>
        <p:txBody>
          <a:bodyPr/>
          <a:lstStyle>
            <a:lvl1pPr>
              <a:defRPr>
                <a:solidFill>
                  <a:schemeClr val="tx1"/>
                </a:solidFill>
              </a:defRPr>
            </a:lvl1pPr>
          </a:lstStyle>
          <a:p>
            <a:fld id="{9FF96520-E4CE-4EAD-8ABF-1D2297D6B3AA}" type="slidenum">
              <a:rPr lang="en-US" smtClean="0"/>
              <a:pPr/>
              <a:t>‹#›</a:t>
            </a:fld>
            <a:endParaRPr lang="en-US"/>
          </a:p>
        </p:txBody>
      </p:sp>
      <p:cxnSp>
        <p:nvCxnSpPr>
          <p:cNvPr id="31" name="Straight Connector 30">
            <a:extLst>
              <a:ext uri="{FF2B5EF4-FFF2-40B4-BE49-F238E27FC236}">
                <a16:creationId xmlns:a16="http://schemas.microsoft.com/office/drawing/2014/main" id="{6BF3408D-E369-4A9E-ABF8-0D643DDD2F9A}"/>
              </a:ext>
            </a:extLst>
          </p:cNvPr>
          <p:cNvCxnSpPr>
            <a:cxnSpLocks/>
          </p:cNvCxnSpPr>
          <p:nvPr userDrawn="1"/>
        </p:nvCxnSpPr>
        <p:spPr>
          <a:xfrm>
            <a:off x="1121228" y="0"/>
            <a:ext cx="0" cy="3048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5781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pic 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83479E-F517-4F8A-9382-5B73D75104D3}"/>
              </a:ext>
            </a:extLst>
          </p:cNvPr>
          <p:cNvSpPr>
            <a:spLocks noGrp="1"/>
          </p:cNvSpPr>
          <p:nvPr>
            <p:ph type="pic" sz="quarter" idx="13"/>
          </p:nvPr>
        </p:nvSpPr>
        <p:spPr>
          <a:xfrm>
            <a:off x="6016886" y="0"/>
            <a:ext cx="6175114" cy="6858000"/>
          </a:xfrm>
          <a:custGeom>
            <a:avLst/>
            <a:gdLst>
              <a:gd name="connsiteX0" fmla="*/ 1341004 w 6175114"/>
              <a:gd name="connsiteY0" fmla="*/ 0 h 6858000"/>
              <a:gd name="connsiteX1" fmla="*/ 6175114 w 6175114"/>
              <a:gd name="connsiteY1" fmla="*/ 0 h 6858000"/>
              <a:gd name="connsiteX2" fmla="*/ 6175114 w 6175114"/>
              <a:gd name="connsiteY2" fmla="*/ 1753853 h 6858000"/>
              <a:gd name="connsiteX3" fmla="*/ 5820369 w 6175114"/>
              <a:gd name="connsiteY3" fmla="*/ 2196189 h 6858000"/>
              <a:gd name="connsiteX4" fmla="*/ 3753019 w 6175114"/>
              <a:gd name="connsiteY4" fmla="*/ 1432910 h 6858000"/>
              <a:gd name="connsiteX5" fmla="*/ 2496678 w 6175114"/>
              <a:gd name="connsiteY5" fmla="*/ 2275742 h 6858000"/>
              <a:gd name="connsiteX6" fmla="*/ 4071059 w 6175114"/>
              <a:gd name="connsiteY6" fmla="*/ 3452528 h 6858000"/>
              <a:gd name="connsiteX7" fmla="*/ 5359131 w 6175114"/>
              <a:gd name="connsiteY7" fmla="*/ 3977321 h 6858000"/>
              <a:gd name="connsiteX8" fmla="*/ 6026758 w 6175114"/>
              <a:gd name="connsiteY8" fmla="*/ 4302039 h 6858000"/>
              <a:gd name="connsiteX9" fmla="*/ 6175114 w 6175114"/>
              <a:gd name="connsiteY9" fmla="*/ 4397461 h 6858000"/>
              <a:gd name="connsiteX10" fmla="*/ 6175114 w 6175114"/>
              <a:gd name="connsiteY10" fmla="*/ 6858000 h 6858000"/>
              <a:gd name="connsiteX11" fmla="*/ 4869473 w 6175114"/>
              <a:gd name="connsiteY11" fmla="*/ 6858000 h 6858000"/>
              <a:gd name="connsiteX12" fmla="*/ 4856472 w 6175114"/>
              <a:gd name="connsiteY12" fmla="*/ 6790487 h 6858000"/>
              <a:gd name="connsiteX13" fmla="*/ 3419067 w 6175114"/>
              <a:gd name="connsiteY13" fmla="*/ 5837920 h 6858000"/>
              <a:gd name="connsiteX14" fmla="*/ 2099173 w 6175114"/>
              <a:gd name="connsiteY14" fmla="*/ 5265482 h 6858000"/>
              <a:gd name="connsiteX15" fmla="*/ 0 w 6175114"/>
              <a:gd name="connsiteY15" fmla="*/ 2434764 h 6858000"/>
              <a:gd name="connsiteX16" fmla="*/ 1315163 w 6175114"/>
              <a:gd name="connsiteY16" fmla="*/ 1627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75114" h="6858000">
                <a:moveTo>
                  <a:pt x="1341004" y="0"/>
                </a:moveTo>
                <a:lnTo>
                  <a:pt x="6175114" y="0"/>
                </a:lnTo>
                <a:lnTo>
                  <a:pt x="6175114" y="1753853"/>
                </a:lnTo>
                <a:lnTo>
                  <a:pt x="5820369" y="2196189"/>
                </a:lnTo>
                <a:cubicBezTo>
                  <a:pt x="5120645" y="1703218"/>
                  <a:pt x="4405009" y="1432910"/>
                  <a:pt x="3753019" y="1432910"/>
                </a:cubicBezTo>
                <a:cubicBezTo>
                  <a:pt x="2989739" y="1432910"/>
                  <a:pt x="2496678" y="1735039"/>
                  <a:pt x="2496678" y="2275742"/>
                </a:cubicBezTo>
                <a:cubicBezTo>
                  <a:pt x="2496678" y="2880092"/>
                  <a:pt x="3148671" y="3086756"/>
                  <a:pt x="4071059" y="3452528"/>
                </a:cubicBezTo>
                <a:lnTo>
                  <a:pt x="5359131" y="3977321"/>
                </a:lnTo>
                <a:cubicBezTo>
                  <a:pt x="5600645" y="4072737"/>
                  <a:pt x="5823711" y="4180452"/>
                  <a:pt x="6026758" y="4302039"/>
                </a:cubicBezTo>
                <a:lnTo>
                  <a:pt x="6175114" y="4397461"/>
                </a:lnTo>
                <a:lnTo>
                  <a:pt x="6175114" y="6858000"/>
                </a:lnTo>
                <a:lnTo>
                  <a:pt x="4869473" y="6858000"/>
                </a:lnTo>
                <a:lnTo>
                  <a:pt x="4856472" y="6790487"/>
                </a:lnTo>
                <a:cubicBezTo>
                  <a:pt x="4737539" y="6344090"/>
                  <a:pt x="4212235" y="6157971"/>
                  <a:pt x="3419067" y="5837920"/>
                </a:cubicBezTo>
                <a:lnTo>
                  <a:pt x="2099173" y="5265482"/>
                </a:lnTo>
                <a:cubicBezTo>
                  <a:pt x="1001854" y="4836066"/>
                  <a:pt x="0" y="3929589"/>
                  <a:pt x="0" y="2434764"/>
                </a:cubicBezTo>
                <a:cubicBezTo>
                  <a:pt x="0" y="1459726"/>
                  <a:pt x="493110" y="590353"/>
                  <a:pt x="1315163" y="16279"/>
                </a:cubicBezTo>
                <a:close/>
              </a:path>
            </a:pathLst>
          </a:custGeom>
        </p:spPr>
        <p:txBody>
          <a:bodyPr wrap="square" anchor="ctr">
            <a:noAutofit/>
          </a:bodyP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983917A6-AC6D-490C-947C-C8BDB0A54B33}"/>
              </a:ext>
            </a:extLst>
          </p:cNvPr>
          <p:cNvSpPr>
            <a:spLocks noGrp="1"/>
          </p:cNvSpPr>
          <p:nvPr>
            <p:ph type="title"/>
          </p:nvPr>
        </p:nvSpPr>
        <p:spPr>
          <a:xfrm>
            <a:off x="1099456" y="3257550"/>
            <a:ext cx="4203247" cy="743744"/>
          </a:xfrm>
        </p:spPr>
        <p:txBody>
          <a:bodyPr lIns="0" anchor="t">
            <a:noAutofit/>
          </a:bodyPr>
          <a:lstStyle>
            <a:lvl1pPr>
              <a:defRPr sz="2800" cap="all" baseline="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772EF9B-97B0-4909-B1C8-B680035F9DC5}"/>
              </a:ext>
            </a:extLst>
          </p:cNvPr>
          <p:cNvSpPr>
            <a:spLocks noGrp="1"/>
          </p:cNvSpPr>
          <p:nvPr>
            <p:ph idx="1"/>
          </p:nvPr>
        </p:nvSpPr>
        <p:spPr>
          <a:xfrm>
            <a:off x="1099456" y="4238625"/>
            <a:ext cx="4203247" cy="1800225"/>
          </a:xfrm>
        </p:spPr>
        <p:txBody>
          <a:bodyPr lIns="0">
            <a:normAutofit/>
          </a:bodyPr>
          <a:lstStyle>
            <a:lvl1pPr marL="0" indent="0">
              <a:lnSpc>
                <a:spcPct val="150000"/>
              </a:lnSpc>
              <a:buNone/>
              <a:defRPr sz="1200"/>
            </a:lvl1pPr>
          </a:lstStyle>
          <a:p>
            <a:pPr lvl="0"/>
            <a:r>
              <a:rPr lang="en-US"/>
              <a:t>Click to edit Master text styles</a:t>
            </a:r>
          </a:p>
        </p:txBody>
      </p:sp>
      <p:sp>
        <p:nvSpPr>
          <p:cNvPr id="4" name="Date Placeholder 3">
            <a:extLst>
              <a:ext uri="{FF2B5EF4-FFF2-40B4-BE49-F238E27FC236}">
                <a16:creationId xmlns:a16="http://schemas.microsoft.com/office/drawing/2014/main" id="{241881D0-A955-463B-814E-4977DB443F8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0B6947-085B-4130-82A4-5D464A42F85F}"/>
              </a:ext>
            </a:extLst>
          </p:cNvPr>
          <p:cNvSpPr>
            <a:spLocks noGrp="1"/>
          </p:cNvSpPr>
          <p:nvPr>
            <p:ph type="ftr" sz="quarter" idx="11"/>
          </p:nvPr>
        </p:nvSpPr>
        <p:spPr/>
        <p:txBody>
          <a:bodyPr/>
          <a:lstStyle/>
          <a:p>
            <a:r>
              <a:rPr lang="en-US"/>
              <a:t>Pitch deck</a:t>
            </a:r>
          </a:p>
        </p:txBody>
      </p:sp>
      <p:sp>
        <p:nvSpPr>
          <p:cNvPr id="6" name="Slide Number Placeholder 5">
            <a:extLst>
              <a:ext uri="{FF2B5EF4-FFF2-40B4-BE49-F238E27FC236}">
                <a16:creationId xmlns:a16="http://schemas.microsoft.com/office/drawing/2014/main" id="{ABD21287-635C-42C2-8343-AB4B83FB3B76}"/>
              </a:ext>
            </a:extLst>
          </p:cNvPr>
          <p:cNvSpPr>
            <a:spLocks noGrp="1"/>
          </p:cNvSpPr>
          <p:nvPr>
            <p:ph type="sldNum" sz="quarter" idx="12"/>
          </p:nvPr>
        </p:nvSpPr>
        <p:spPr/>
        <p:txBody>
          <a:bodyPr/>
          <a:lstStyle>
            <a:lvl1pPr>
              <a:defRPr>
                <a:solidFill>
                  <a:schemeClr val="tx1"/>
                </a:solidFill>
              </a:defRPr>
            </a:lvl1pPr>
          </a:lstStyle>
          <a:p>
            <a:fld id="{9FF96520-E4CE-4EAD-8ABF-1D2297D6B3AA}" type="slidenum">
              <a:rPr lang="en-US" smtClean="0"/>
              <a:pPr/>
              <a:t>‹#›</a:t>
            </a:fld>
            <a:endParaRPr lang="en-US"/>
          </a:p>
        </p:txBody>
      </p:sp>
      <p:cxnSp>
        <p:nvCxnSpPr>
          <p:cNvPr id="31" name="Straight Connector 30">
            <a:extLst>
              <a:ext uri="{FF2B5EF4-FFF2-40B4-BE49-F238E27FC236}">
                <a16:creationId xmlns:a16="http://schemas.microsoft.com/office/drawing/2014/main" id="{6BF3408D-E369-4A9E-ABF8-0D643DDD2F9A}"/>
              </a:ext>
            </a:extLst>
          </p:cNvPr>
          <p:cNvCxnSpPr>
            <a:cxnSpLocks/>
          </p:cNvCxnSpPr>
          <p:nvPr userDrawn="1"/>
        </p:nvCxnSpPr>
        <p:spPr>
          <a:xfrm>
            <a:off x="1121228" y="0"/>
            <a:ext cx="0" cy="3048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78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034186" y="2903538"/>
            <a:ext cx="3104198" cy="345475"/>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34141" y="3249013"/>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4641894" y="2903538"/>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4642223" y="3249013"/>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8249601" y="2903538"/>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8250305" y="3249013"/>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 name="Title 1">
            <a:extLst>
              <a:ext uri="{FF2B5EF4-FFF2-40B4-BE49-F238E27FC236}">
                <a16:creationId xmlns:a16="http://schemas.microsoft.com/office/drawing/2014/main" id="{EDD6B45A-9FA0-4D2A-8BEF-4709BD5C14CA}"/>
              </a:ext>
            </a:extLst>
          </p:cNvPr>
          <p:cNvSpPr>
            <a:spLocks noGrp="1"/>
          </p:cNvSpPr>
          <p:nvPr>
            <p:ph type="title"/>
          </p:nvPr>
        </p:nvSpPr>
        <p:spPr>
          <a:xfrm>
            <a:off x="1034142" y="1110286"/>
            <a:ext cx="10515600"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endParaRPr lang="en-US"/>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a:p>
        </p:txBody>
      </p:sp>
      <p:sp>
        <p:nvSpPr>
          <p:cNvPr id="12" name="Text Placeholder 15">
            <a:extLst>
              <a:ext uri="{FF2B5EF4-FFF2-40B4-BE49-F238E27FC236}">
                <a16:creationId xmlns:a16="http://schemas.microsoft.com/office/drawing/2014/main" id="{6CB12E29-CEAA-4595-B65C-5BE0B527CD43}"/>
              </a:ext>
            </a:extLst>
          </p:cNvPr>
          <p:cNvSpPr>
            <a:spLocks noGrp="1"/>
          </p:cNvSpPr>
          <p:nvPr>
            <p:ph type="body" sz="quarter" idx="23" hasCustomPrompt="1"/>
          </p:nvPr>
        </p:nvSpPr>
        <p:spPr>
          <a:xfrm>
            <a:off x="1033811" y="4551950"/>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3" name="Text Placeholder 18">
            <a:extLst>
              <a:ext uri="{FF2B5EF4-FFF2-40B4-BE49-F238E27FC236}">
                <a16:creationId xmlns:a16="http://schemas.microsoft.com/office/drawing/2014/main" id="{9A5A9E4A-8FA1-4B1A-86F3-162A0ED25FF5}"/>
              </a:ext>
            </a:extLst>
          </p:cNvPr>
          <p:cNvSpPr>
            <a:spLocks noGrp="1"/>
          </p:cNvSpPr>
          <p:nvPr>
            <p:ph type="body" sz="quarter" idx="24" hasCustomPrompt="1"/>
          </p:nvPr>
        </p:nvSpPr>
        <p:spPr>
          <a:xfrm>
            <a:off x="1033766" y="4897425"/>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14" name="Text Placeholder 15">
            <a:extLst>
              <a:ext uri="{FF2B5EF4-FFF2-40B4-BE49-F238E27FC236}">
                <a16:creationId xmlns:a16="http://schemas.microsoft.com/office/drawing/2014/main" id="{1656AF90-4012-4B9E-81A7-2796EE40AEAF}"/>
              </a:ext>
            </a:extLst>
          </p:cNvPr>
          <p:cNvSpPr>
            <a:spLocks noGrp="1"/>
          </p:cNvSpPr>
          <p:nvPr>
            <p:ph type="body" sz="quarter" idx="25" hasCustomPrompt="1"/>
          </p:nvPr>
        </p:nvSpPr>
        <p:spPr>
          <a:xfrm>
            <a:off x="4641519" y="4551950"/>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6" name="Text Placeholder 18">
            <a:extLst>
              <a:ext uri="{FF2B5EF4-FFF2-40B4-BE49-F238E27FC236}">
                <a16:creationId xmlns:a16="http://schemas.microsoft.com/office/drawing/2014/main" id="{E34BCA93-D058-4D61-BAE5-2671E1572376}"/>
              </a:ext>
            </a:extLst>
          </p:cNvPr>
          <p:cNvSpPr>
            <a:spLocks noGrp="1"/>
          </p:cNvSpPr>
          <p:nvPr>
            <p:ph type="body" sz="quarter" idx="26" hasCustomPrompt="1"/>
          </p:nvPr>
        </p:nvSpPr>
        <p:spPr>
          <a:xfrm>
            <a:off x="4641848" y="4897425"/>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18" name="Text Placeholder 15">
            <a:extLst>
              <a:ext uri="{FF2B5EF4-FFF2-40B4-BE49-F238E27FC236}">
                <a16:creationId xmlns:a16="http://schemas.microsoft.com/office/drawing/2014/main" id="{0BE8C5BE-9959-40C7-83C2-546EBFBC1414}"/>
              </a:ext>
            </a:extLst>
          </p:cNvPr>
          <p:cNvSpPr>
            <a:spLocks noGrp="1"/>
          </p:cNvSpPr>
          <p:nvPr>
            <p:ph type="body" sz="quarter" idx="27" hasCustomPrompt="1"/>
          </p:nvPr>
        </p:nvSpPr>
        <p:spPr>
          <a:xfrm>
            <a:off x="8249226" y="4551950"/>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9" name="Text Placeholder 18">
            <a:extLst>
              <a:ext uri="{FF2B5EF4-FFF2-40B4-BE49-F238E27FC236}">
                <a16:creationId xmlns:a16="http://schemas.microsoft.com/office/drawing/2014/main" id="{5FC20880-2D17-4854-A424-DED10A8A8D36}"/>
              </a:ext>
            </a:extLst>
          </p:cNvPr>
          <p:cNvSpPr>
            <a:spLocks noGrp="1"/>
          </p:cNvSpPr>
          <p:nvPr>
            <p:ph type="body" sz="quarter" idx="28" hasCustomPrompt="1"/>
          </p:nvPr>
        </p:nvSpPr>
        <p:spPr>
          <a:xfrm>
            <a:off x="8249930" y="4897425"/>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cxnSp>
        <p:nvCxnSpPr>
          <p:cNvPr id="7" name="Straight Connector 6">
            <a:extLst>
              <a:ext uri="{FF2B5EF4-FFF2-40B4-BE49-F238E27FC236}">
                <a16:creationId xmlns:a16="http://schemas.microsoft.com/office/drawing/2014/main" id="{F87A579D-F737-4350-8205-BCA37BAFE1AB}"/>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3003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column">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4450921" y="2145859"/>
            <a:ext cx="5042568" cy="345473"/>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4450922" y="2491335"/>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 name="Title 1">
            <a:extLst>
              <a:ext uri="{FF2B5EF4-FFF2-40B4-BE49-F238E27FC236}">
                <a16:creationId xmlns:a16="http://schemas.microsoft.com/office/drawing/2014/main" id="{EDD6B45A-9FA0-4D2A-8BEF-4709BD5C14CA}"/>
              </a:ext>
            </a:extLst>
          </p:cNvPr>
          <p:cNvSpPr>
            <a:spLocks noGrp="1"/>
          </p:cNvSpPr>
          <p:nvPr>
            <p:ph type="title"/>
          </p:nvPr>
        </p:nvSpPr>
        <p:spPr>
          <a:xfrm>
            <a:off x="1034142" y="419184"/>
            <a:ext cx="2362200" cy="1110286"/>
          </a:xfrm>
        </p:spPr>
        <p:txBody>
          <a:bodyPr lIns="0" anchor="b">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endParaRPr lang="en-US"/>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a:p>
        </p:txBody>
      </p:sp>
      <p:sp>
        <p:nvSpPr>
          <p:cNvPr id="20" name="Text Placeholder 15">
            <a:extLst>
              <a:ext uri="{FF2B5EF4-FFF2-40B4-BE49-F238E27FC236}">
                <a16:creationId xmlns:a16="http://schemas.microsoft.com/office/drawing/2014/main" id="{E6C37A20-957D-4B0B-AC33-7DD21D99A658}"/>
              </a:ext>
            </a:extLst>
          </p:cNvPr>
          <p:cNvSpPr>
            <a:spLocks noGrp="1"/>
          </p:cNvSpPr>
          <p:nvPr>
            <p:ph type="body" sz="quarter" idx="23" hasCustomPrompt="1"/>
          </p:nvPr>
        </p:nvSpPr>
        <p:spPr>
          <a:xfrm>
            <a:off x="4450921" y="3198051"/>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1" name="Text Placeholder 18">
            <a:extLst>
              <a:ext uri="{FF2B5EF4-FFF2-40B4-BE49-F238E27FC236}">
                <a16:creationId xmlns:a16="http://schemas.microsoft.com/office/drawing/2014/main" id="{D9C3D27C-5291-4A1A-83AC-B52D25F43D57}"/>
              </a:ext>
            </a:extLst>
          </p:cNvPr>
          <p:cNvSpPr>
            <a:spLocks noGrp="1"/>
          </p:cNvSpPr>
          <p:nvPr>
            <p:ph type="body" sz="quarter" idx="24" hasCustomPrompt="1"/>
          </p:nvPr>
        </p:nvSpPr>
        <p:spPr>
          <a:xfrm>
            <a:off x="4450922" y="3543527"/>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4" name="Text Placeholder 15">
            <a:extLst>
              <a:ext uri="{FF2B5EF4-FFF2-40B4-BE49-F238E27FC236}">
                <a16:creationId xmlns:a16="http://schemas.microsoft.com/office/drawing/2014/main" id="{BD09685A-53BF-4E9B-BD7F-C77B60165D24}"/>
              </a:ext>
            </a:extLst>
          </p:cNvPr>
          <p:cNvSpPr>
            <a:spLocks noGrp="1"/>
          </p:cNvSpPr>
          <p:nvPr>
            <p:ph type="body" sz="quarter" idx="25" hasCustomPrompt="1"/>
          </p:nvPr>
        </p:nvSpPr>
        <p:spPr>
          <a:xfrm>
            <a:off x="4450921" y="5302434"/>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2B757B2D-A738-401D-A78C-05475608F20A}"/>
              </a:ext>
            </a:extLst>
          </p:cNvPr>
          <p:cNvSpPr>
            <a:spLocks noGrp="1"/>
          </p:cNvSpPr>
          <p:nvPr>
            <p:ph type="body" sz="quarter" idx="26" hasCustomPrompt="1"/>
          </p:nvPr>
        </p:nvSpPr>
        <p:spPr>
          <a:xfrm>
            <a:off x="4450922" y="5647910"/>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8" name="Text Placeholder 15">
            <a:extLst>
              <a:ext uri="{FF2B5EF4-FFF2-40B4-BE49-F238E27FC236}">
                <a16:creationId xmlns:a16="http://schemas.microsoft.com/office/drawing/2014/main" id="{AE158F00-CB9F-4C14-B6F0-47E4F7019127}"/>
              </a:ext>
            </a:extLst>
          </p:cNvPr>
          <p:cNvSpPr>
            <a:spLocks noGrp="1"/>
          </p:cNvSpPr>
          <p:nvPr>
            <p:ph type="body" sz="quarter" idx="27" hasCustomPrompt="1"/>
          </p:nvPr>
        </p:nvSpPr>
        <p:spPr>
          <a:xfrm>
            <a:off x="4450921" y="4250243"/>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07878182-5985-41C8-B69F-9DB9EC1313F4}"/>
              </a:ext>
            </a:extLst>
          </p:cNvPr>
          <p:cNvSpPr>
            <a:spLocks noGrp="1"/>
          </p:cNvSpPr>
          <p:nvPr>
            <p:ph type="body" sz="quarter" idx="28" hasCustomPrompt="1"/>
          </p:nvPr>
        </p:nvSpPr>
        <p:spPr>
          <a:xfrm>
            <a:off x="4450922" y="4595719"/>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cxnSp>
        <p:nvCxnSpPr>
          <p:cNvPr id="6" name="Straight Connector 5">
            <a:extLst>
              <a:ext uri="{FF2B5EF4-FFF2-40B4-BE49-F238E27FC236}">
                <a16:creationId xmlns:a16="http://schemas.microsoft.com/office/drawing/2014/main" id="{CF8873A5-9160-4B79-B9CB-CBE583030B0E}"/>
              </a:ext>
            </a:extLst>
          </p:cNvPr>
          <p:cNvCxnSpPr>
            <a:cxnSpLocks/>
          </p:cNvCxnSpPr>
          <p:nvPr userDrawn="1"/>
        </p:nvCxnSpPr>
        <p:spPr>
          <a:xfrm>
            <a:off x="3766456" y="-16561"/>
            <a:ext cx="0" cy="687456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4D9D5EA-266D-4541-BA3F-22BC31AAB6AA}"/>
              </a:ext>
            </a:extLst>
          </p:cNvPr>
          <p:cNvCxnSpPr/>
          <p:nvPr userDrawn="1"/>
        </p:nvCxnSpPr>
        <p:spPr>
          <a:xfrm>
            <a:off x="-1" y="1676400"/>
            <a:ext cx="12191999"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4880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Image, and 3 content">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A2B5F8DD-B338-48F8-9DF4-E1A31DFCB5B4}"/>
              </a:ext>
            </a:extLst>
          </p:cNvPr>
          <p:cNvSpPr>
            <a:spLocks noGrp="1"/>
          </p:cNvSpPr>
          <p:nvPr>
            <p:ph type="pic" sz="quarter" idx="27"/>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p:spPr>
        <p:txBody>
          <a:bodyPr wrap="square">
            <a:noAutofit/>
          </a:bodyPr>
          <a:lstStyle/>
          <a:p>
            <a:r>
              <a:rPr lang="en-US"/>
              <a:t>Click icon to add picture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6144768" y="2069658"/>
            <a:ext cx="5042568" cy="345476"/>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6144768" y="2415134"/>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 name="Title 1">
            <a:extLst>
              <a:ext uri="{FF2B5EF4-FFF2-40B4-BE49-F238E27FC236}">
                <a16:creationId xmlns:a16="http://schemas.microsoft.com/office/drawing/2014/main" id="{EDD6B45A-9FA0-4D2A-8BEF-4709BD5C14CA}"/>
              </a:ext>
            </a:extLst>
          </p:cNvPr>
          <p:cNvSpPr>
            <a:spLocks noGrp="1"/>
          </p:cNvSpPr>
          <p:nvPr>
            <p:ph type="title"/>
          </p:nvPr>
        </p:nvSpPr>
        <p:spPr>
          <a:xfrm>
            <a:off x="6971633" y="690928"/>
            <a:ext cx="4501910" cy="732282"/>
          </a:xfrm>
        </p:spPr>
        <p:txBody>
          <a:bodyPr lIns="0" anchor="b">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lvl1pPr>
              <a:defRPr>
                <a:solidFill>
                  <a:schemeClr val="tx1"/>
                </a:solidFill>
              </a:defRPr>
            </a:lvl1pPr>
          </a:lstStyle>
          <a:p>
            <a:endParaRPr lang="en-US"/>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a:p>
        </p:txBody>
      </p:sp>
      <p:sp>
        <p:nvSpPr>
          <p:cNvPr id="20" name="Text Placeholder 15">
            <a:extLst>
              <a:ext uri="{FF2B5EF4-FFF2-40B4-BE49-F238E27FC236}">
                <a16:creationId xmlns:a16="http://schemas.microsoft.com/office/drawing/2014/main" id="{E6C37A20-957D-4B0B-AC33-7DD21D99A658}"/>
              </a:ext>
            </a:extLst>
          </p:cNvPr>
          <p:cNvSpPr>
            <a:spLocks noGrp="1"/>
          </p:cNvSpPr>
          <p:nvPr>
            <p:ph type="body" sz="quarter" idx="23" hasCustomPrompt="1"/>
          </p:nvPr>
        </p:nvSpPr>
        <p:spPr>
          <a:xfrm>
            <a:off x="5300006" y="3587638"/>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1" name="Text Placeholder 18">
            <a:extLst>
              <a:ext uri="{FF2B5EF4-FFF2-40B4-BE49-F238E27FC236}">
                <a16:creationId xmlns:a16="http://schemas.microsoft.com/office/drawing/2014/main" id="{D9C3D27C-5291-4A1A-83AC-B52D25F43D57}"/>
              </a:ext>
            </a:extLst>
          </p:cNvPr>
          <p:cNvSpPr>
            <a:spLocks noGrp="1"/>
          </p:cNvSpPr>
          <p:nvPr>
            <p:ph type="body" sz="quarter" idx="24" hasCustomPrompt="1"/>
          </p:nvPr>
        </p:nvSpPr>
        <p:spPr>
          <a:xfrm>
            <a:off x="5300007" y="3933114"/>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4" name="Text Placeholder 15">
            <a:extLst>
              <a:ext uri="{FF2B5EF4-FFF2-40B4-BE49-F238E27FC236}">
                <a16:creationId xmlns:a16="http://schemas.microsoft.com/office/drawing/2014/main" id="{BD09685A-53BF-4E9B-BD7F-C77B60165D24}"/>
              </a:ext>
            </a:extLst>
          </p:cNvPr>
          <p:cNvSpPr>
            <a:spLocks noGrp="1"/>
          </p:cNvSpPr>
          <p:nvPr>
            <p:ph type="body" sz="quarter" idx="25" hasCustomPrompt="1"/>
          </p:nvPr>
        </p:nvSpPr>
        <p:spPr>
          <a:xfrm>
            <a:off x="4398264" y="5105618"/>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2B757B2D-A738-401D-A78C-05475608F20A}"/>
              </a:ext>
            </a:extLst>
          </p:cNvPr>
          <p:cNvSpPr>
            <a:spLocks noGrp="1"/>
          </p:cNvSpPr>
          <p:nvPr>
            <p:ph type="body" sz="quarter" idx="26" hasCustomPrompt="1"/>
          </p:nvPr>
        </p:nvSpPr>
        <p:spPr>
          <a:xfrm>
            <a:off x="4398264" y="5451094"/>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Tree>
    <p:extLst>
      <p:ext uri="{BB962C8B-B14F-4D97-AF65-F5344CB8AC3E}">
        <p14:creationId xmlns:p14="http://schemas.microsoft.com/office/powerpoint/2010/main" val="2642735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pic T">
    <p:spTree>
      <p:nvGrpSpPr>
        <p:cNvPr id="1" name=""/>
        <p:cNvGrpSpPr/>
        <p:nvPr/>
      </p:nvGrpSpPr>
      <p:grpSpPr>
        <a:xfrm>
          <a:off x="0" y="0"/>
          <a:ext cx="0" cy="0"/>
          <a:chOff x="0" y="0"/>
          <a:chExt cx="0" cy="0"/>
        </a:xfrm>
      </p:grpSpPr>
      <p:sp>
        <p:nvSpPr>
          <p:cNvPr id="40" name="Picture Placeholder 39">
            <a:extLst>
              <a:ext uri="{FF2B5EF4-FFF2-40B4-BE49-F238E27FC236}">
                <a16:creationId xmlns:a16="http://schemas.microsoft.com/office/drawing/2014/main" id="{F5EB3F05-D570-4C10-88F4-F6BC15CF1F31}"/>
              </a:ext>
            </a:extLst>
          </p:cNvPr>
          <p:cNvSpPr>
            <a:spLocks noGrp="1"/>
          </p:cNvSpPr>
          <p:nvPr>
            <p:ph type="pic" sz="quarter" idx="13"/>
          </p:nvPr>
        </p:nvSpPr>
        <p:spPr>
          <a:xfrm>
            <a:off x="1" y="-12700"/>
            <a:ext cx="7080595" cy="6870700"/>
          </a:xfrm>
          <a:custGeom>
            <a:avLst/>
            <a:gdLst>
              <a:gd name="connsiteX0" fmla="*/ 0 w 7080595"/>
              <a:gd name="connsiteY0" fmla="*/ 0 h 6870700"/>
              <a:gd name="connsiteX1" fmla="*/ 7080595 w 7080595"/>
              <a:gd name="connsiteY1" fmla="*/ 0 h 6870700"/>
              <a:gd name="connsiteX2" fmla="*/ 7080595 w 7080595"/>
              <a:gd name="connsiteY2" fmla="*/ 1883211 h 6870700"/>
              <a:gd name="connsiteX3" fmla="*/ 4515477 w 7080595"/>
              <a:gd name="connsiteY3" fmla="*/ 1883211 h 6870700"/>
              <a:gd name="connsiteX4" fmla="*/ 4515477 w 7080595"/>
              <a:gd name="connsiteY4" fmla="*/ 6870700 h 6870700"/>
              <a:gd name="connsiteX5" fmla="*/ 2269215 w 7080595"/>
              <a:gd name="connsiteY5" fmla="*/ 6870700 h 6870700"/>
              <a:gd name="connsiteX6" fmla="*/ 2269215 w 7080595"/>
              <a:gd name="connsiteY6" fmla="*/ 1883211 h 6870700"/>
              <a:gd name="connsiteX7" fmla="*/ 0 w 7080595"/>
              <a:gd name="connsiteY7" fmla="*/ 1883211 h 687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80595" h="6870700">
                <a:moveTo>
                  <a:pt x="0" y="0"/>
                </a:moveTo>
                <a:lnTo>
                  <a:pt x="7080595" y="0"/>
                </a:lnTo>
                <a:lnTo>
                  <a:pt x="7080595" y="1883211"/>
                </a:lnTo>
                <a:lnTo>
                  <a:pt x="4515477" y="1883211"/>
                </a:lnTo>
                <a:lnTo>
                  <a:pt x="4515477" y="6870700"/>
                </a:lnTo>
                <a:lnTo>
                  <a:pt x="2269215" y="6870700"/>
                </a:lnTo>
                <a:lnTo>
                  <a:pt x="2269215" y="1883211"/>
                </a:lnTo>
                <a:lnTo>
                  <a:pt x="0" y="1883211"/>
                </a:lnTo>
                <a:close/>
              </a:path>
            </a:pathLst>
          </a:custGeom>
        </p:spPr>
        <p:txBody>
          <a:bodyPr wrap="square">
            <a:noAutofit/>
          </a:bodyPr>
          <a:lstStyle/>
          <a:p>
            <a:r>
              <a:rPr lang="en-US"/>
              <a:t>Click icon to add picture</a:t>
            </a:r>
          </a:p>
        </p:txBody>
      </p:sp>
      <p:sp>
        <p:nvSpPr>
          <p:cNvPr id="4" name="Date Placeholder 3">
            <a:extLst>
              <a:ext uri="{FF2B5EF4-FFF2-40B4-BE49-F238E27FC236}">
                <a16:creationId xmlns:a16="http://schemas.microsoft.com/office/drawing/2014/main" id="{241881D0-A955-463B-814E-4977DB443F8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0B6947-085B-4130-82A4-5D464A42F85F}"/>
              </a:ext>
            </a:extLst>
          </p:cNvPr>
          <p:cNvSpPr>
            <a:spLocks noGrp="1"/>
          </p:cNvSpPr>
          <p:nvPr>
            <p:ph type="ftr" sz="quarter" idx="11"/>
          </p:nvPr>
        </p:nvSpPr>
        <p:spPr/>
        <p:txBody>
          <a:bodyPr/>
          <a:lstStyle/>
          <a:p>
            <a:r>
              <a:rPr lang="en-US"/>
              <a:t>Pitch deck</a:t>
            </a:r>
          </a:p>
        </p:txBody>
      </p:sp>
      <p:sp>
        <p:nvSpPr>
          <p:cNvPr id="6" name="Slide Number Placeholder 5">
            <a:extLst>
              <a:ext uri="{FF2B5EF4-FFF2-40B4-BE49-F238E27FC236}">
                <a16:creationId xmlns:a16="http://schemas.microsoft.com/office/drawing/2014/main" id="{ABD21287-635C-42C2-8343-AB4B83FB3B76}"/>
              </a:ext>
            </a:extLst>
          </p:cNvPr>
          <p:cNvSpPr>
            <a:spLocks noGrp="1"/>
          </p:cNvSpPr>
          <p:nvPr>
            <p:ph type="sldNum" sz="quarter" idx="12"/>
          </p:nvPr>
        </p:nvSpPr>
        <p:spPr/>
        <p:txBody>
          <a:bodyPr/>
          <a:lstStyle/>
          <a:p>
            <a:fld id="{9FF96520-E4CE-4EAD-8ABF-1D2297D6B3AA}" type="slidenum">
              <a:rPr lang="en-US" smtClean="0"/>
              <a:t>‹#›</a:t>
            </a:fld>
            <a:endParaRPr lang="en-US"/>
          </a:p>
        </p:txBody>
      </p:sp>
      <p:sp>
        <p:nvSpPr>
          <p:cNvPr id="11" name="Title 1">
            <a:extLst>
              <a:ext uri="{FF2B5EF4-FFF2-40B4-BE49-F238E27FC236}">
                <a16:creationId xmlns:a16="http://schemas.microsoft.com/office/drawing/2014/main" id="{FFEA6F9E-1C21-4644-8E2A-AD5673EEAD8F}"/>
              </a:ext>
            </a:extLst>
          </p:cNvPr>
          <p:cNvSpPr>
            <a:spLocks noGrp="1"/>
          </p:cNvSpPr>
          <p:nvPr>
            <p:ph type="title"/>
          </p:nvPr>
        </p:nvSpPr>
        <p:spPr>
          <a:xfrm>
            <a:off x="7543799" y="2318657"/>
            <a:ext cx="4203247" cy="1440996"/>
          </a:xfrm>
        </p:spPr>
        <p:txBody>
          <a:bodyPr lIns="0" anchor="b">
            <a:noAutofit/>
          </a:bodyPr>
          <a:lstStyle>
            <a:lvl1pPr>
              <a:defRPr sz="2800" cap="all" baseline="0">
                <a:solidFill>
                  <a:schemeClr val="accent1"/>
                </a:solidFill>
              </a:defRPr>
            </a:lvl1pPr>
          </a:lstStyle>
          <a:p>
            <a:r>
              <a:rPr lang="en-US"/>
              <a:t>Click to edit Master title style</a:t>
            </a:r>
          </a:p>
        </p:txBody>
      </p:sp>
      <p:sp>
        <p:nvSpPr>
          <p:cNvPr id="12" name="Content Placeholder 2">
            <a:extLst>
              <a:ext uri="{FF2B5EF4-FFF2-40B4-BE49-F238E27FC236}">
                <a16:creationId xmlns:a16="http://schemas.microsoft.com/office/drawing/2014/main" id="{7C1D1C8A-E829-4284-AB95-2DD0C7BAA4C4}"/>
              </a:ext>
            </a:extLst>
          </p:cNvPr>
          <p:cNvSpPr>
            <a:spLocks noGrp="1"/>
          </p:cNvSpPr>
          <p:nvPr>
            <p:ph idx="1"/>
          </p:nvPr>
        </p:nvSpPr>
        <p:spPr>
          <a:xfrm>
            <a:off x="7543799" y="4147457"/>
            <a:ext cx="4203247" cy="1532165"/>
          </a:xfrm>
        </p:spPr>
        <p:txBody>
          <a:bodyPr lIns="0">
            <a:normAutofit/>
          </a:bodyPr>
          <a:lstStyle>
            <a:lvl1pPr marL="0" indent="0">
              <a:lnSpc>
                <a:spcPct val="150000"/>
              </a:lnSpc>
              <a:buNone/>
              <a:defRPr sz="1200"/>
            </a:lvl1pPr>
          </a:lstStyle>
          <a:p>
            <a:pPr lvl="0"/>
            <a:r>
              <a:rPr lang="en-US"/>
              <a:t>Click to edit Master text styles</a:t>
            </a:r>
          </a:p>
        </p:txBody>
      </p:sp>
      <p:cxnSp>
        <p:nvCxnSpPr>
          <p:cNvPr id="14" name="Straight Connector 13">
            <a:extLst>
              <a:ext uri="{FF2B5EF4-FFF2-40B4-BE49-F238E27FC236}">
                <a16:creationId xmlns:a16="http://schemas.microsoft.com/office/drawing/2014/main" id="{2CC539CF-E024-420D-BFED-5F2212DA8CE3}"/>
              </a:ext>
            </a:extLst>
          </p:cNvPr>
          <p:cNvCxnSpPr>
            <a:cxnSpLocks/>
          </p:cNvCxnSpPr>
          <p:nvPr userDrawn="1"/>
        </p:nvCxnSpPr>
        <p:spPr>
          <a:xfrm>
            <a:off x="-1" y="4376058"/>
            <a:ext cx="7053944"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6097385"/>
      </p:ext>
    </p:extLst>
  </p:cSld>
  <p:clrMapOvr>
    <a:masterClrMapping/>
  </p:clrMapOvr>
  <p:extLst>
    <p:ext uri="{DCECCB84-F9BA-43D5-87BE-67443E8EF086}">
      <p15:sldGuideLst xmlns:p15="http://schemas.microsoft.com/office/powerpoint/2012/main">
        <p15:guide id="1" orient="horz" pos="27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A5404BE-7C49-4381-8FC0-95A496CFB491}"/>
              </a:ext>
            </a:extLst>
          </p:cNvPr>
          <p:cNvSpPr>
            <a:spLocks noGrp="1"/>
          </p:cNvSpPr>
          <p:nvPr>
            <p:ph type="pic" sz="quarter" idx="13"/>
          </p:nvPr>
        </p:nvSpPr>
        <p:spPr>
          <a:xfrm>
            <a:off x="0" y="0"/>
            <a:ext cx="12192000" cy="6858000"/>
          </a:xfrm>
        </p:spPr>
        <p:txBody>
          <a:bodyPr/>
          <a:lstStyle/>
          <a:p>
            <a:r>
              <a:rPr lang="en-US"/>
              <a:t>Click icon to add picture</a:t>
            </a:r>
          </a:p>
        </p:txBody>
      </p:sp>
      <p:sp>
        <p:nvSpPr>
          <p:cNvPr id="35" name="Text Placeholder 8">
            <a:extLst>
              <a:ext uri="{FF2B5EF4-FFF2-40B4-BE49-F238E27FC236}">
                <a16:creationId xmlns:a16="http://schemas.microsoft.com/office/drawing/2014/main" id="{9B922914-E333-400C-A083-27A44BE79C77}"/>
              </a:ext>
            </a:extLst>
          </p:cNvPr>
          <p:cNvSpPr>
            <a:spLocks noGrp="1"/>
          </p:cNvSpPr>
          <p:nvPr>
            <p:ph type="body" sz="quarter" idx="17" hasCustomPrompt="1"/>
          </p:nvPr>
        </p:nvSpPr>
        <p:spPr>
          <a:xfrm>
            <a:off x="3650085" y="4546575"/>
            <a:ext cx="1500624" cy="1681163"/>
          </a:xfrm>
        </p:spPr>
        <p:txBody>
          <a:bodyPr>
            <a:noAutofit/>
          </a:bodyPr>
          <a:lstStyle>
            <a:lvl1pPr marL="0" indent="0">
              <a:buNone/>
              <a:defRPr sz="15500" b="1">
                <a:solidFill>
                  <a:schemeClr val="tx1"/>
                </a:solidFill>
              </a:defRPr>
            </a:lvl1pPr>
          </a:lstStyle>
          <a:p>
            <a:pPr lvl="0"/>
            <a:r>
              <a:rPr lang="en-US"/>
              <a:t>M</a:t>
            </a:r>
          </a:p>
        </p:txBody>
      </p:sp>
      <p:sp>
        <p:nvSpPr>
          <p:cNvPr id="34" name="Text Placeholder 8">
            <a:extLst>
              <a:ext uri="{FF2B5EF4-FFF2-40B4-BE49-F238E27FC236}">
                <a16:creationId xmlns:a16="http://schemas.microsoft.com/office/drawing/2014/main" id="{486A9052-3614-4622-A421-1D20E5B311A1}"/>
              </a:ext>
            </a:extLst>
          </p:cNvPr>
          <p:cNvSpPr>
            <a:spLocks noGrp="1"/>
          </p:cNvSpPr>
          <p:nvPr>
            <p:ph type="body" sz="quarter" idx="16" hasCustomPrompt="1"/>
          </p:nvPr>
        </p:nvSpPr>
        <p:spPr>
          <a:xfrm>
            <a:off x="2377374" y="2750392"/>
            <a:ext cx="1253665" cy="1681163"/>
          </a:xfrm>
        </p:spPr>
        <p:txBody>
          <a:bodyPr>
            <a:noAutofit/>
          </a:bodyPr>
          <a:lstStyle>
            <a:lvl1pPr marL="0" indent="0">
              <a:buNone/>
              <a:defRPr sz="15500" b="1">
                <a:solidFill>
                  <a:schemeClr val="tx1"/>
                </a:solidFill>
              </a:defRPr>
            </a:lvl1pPr>
          </a:lstStyle>
          <a:p>
            <a:pPr lvl="0"/>
            <a:r>
              <a:rPr lang="en-US"/>
              <a:t>E</a:t>
            </a:r>
          </a:p>
        </p:txBody>
      </p:sp>
      <p:sp>
        <p:nvSpPr>
          <p:cNvPr id="9" name="Text Placeholder 8">
            <a:extLst>
              <a:ext uri="{FF2B5EF4-FFF2-40B4-BE49-F238E27FC236}">
                <a16:creationId xmlns:a16="http://schemas.microsoft.com/office/drawing/2014/main" id="{0F3ADE3E-3D48-4C5D-9FE4-2D7A26315868}"/>
              </a:ext>
            </a:extLst>
          </p:cNvPr>
          <p:cNvSpPr>
            <a:spLocks noGrp="1"/>
          </p:cNvSpPr>
          <p:nvPr>
            <p:ph type="body" sz="quarter" idx="14" hasCustomPrompt="1"/>
          </p:nvPr>
        </p:nvSpPr>
        <p:spPr>
          <a:xfrm>
            <a:off x="442380" y="903514"/>
            <a:ext cx="1253665" cy="1681163"/>
          </a:xfrm>
        </p:spPr>
        <p:txBody>
          <a:bodyPr>
            <a:noAutofit/>
          </a:bodyPr>
          <a:lstStyle>
            <a:lvl1pPr marL="0" indent="0">
              <a:buNone/>
              <a:defRPr sz="15500" b="1">
                <a:solidFill>
                  <a:schemeClr val="tx1"/>
                </a:solidFill>
              </a:defRPr>
            </a:lvl1pPr>
          </a:lstStyle>
          <a:p>
            <a:pPr lvl="0"/>
            <a:r>
              <a:rPr lang="en-US"/>
              <a:t>S</a:t>
            </a:r>
          </a:p>
        </p:txBody>
      </p:sp>
      <p:sp>
        <p:nvSpPr>
          <p:cNvPr id="33" name="Text Placeholder 8">
            <a:extLst>
              <a:ext uri="{FF2B5EF4-FFF2-40B4-BE49-F238E27FC236}">
                <a16:creationId xmlns:a16="http://schemas.microsoft.com/office/drawing/2014/main" id="{9B49215A-DBBC-4C0F-A6A8-DFB2D5464357}"/>
              </a:ext>
            </a:extLst>
          </p:cNvPr>
          <p:cNvSpPr>
            <a:spLocks noGrp="1"/>
          </p:cNvSpPr>
          <p:nvPr>
            <p:ph type="body" sz="quarter" idx="15" hasCustomPrompt="1"/>
          </p:nvPr>
        </p:nvSpPr>
        <p:spPr>
          <a:xfrm>
            <a:off x="2377374" y="897072"/>
            <a:ext cx="1253665" cy="1681163"/>
          </a:xfrm>
        </p:spPr>
        <p:txBody>
          <a:bodyPr>
            <a:noAutofit/>
          </a:bodyPr>
          <a:lstStyle>
            <a:lvl1pPr marL="0" indent="0">
              <a:buNone/>
              <a:defRPr sz="15500" b="1">
                <a:solidFill>
                  <a:schemeClr val="tx1"/>
                </a:solidFill>
              </a:defRPr>
            </a:lvl1pPr>
          </a:lstStyle>
          <a:p>
            <a:pPr lvl="0"/>
            <a:r>
              <a:rPr lang="en-US"/>
              <a:t>T</a:t>
            </a:r>
          </a:p>
        </p:txBody>
      </p:sp>
      <p:sp>
        <p:nvSpPr>
          <p:cNvPr id="2" name="Title 1">
            <a:extLst>
              <a:ext uri="{FF2B5EF4-FFF2-40B4-BE49-F238E27FC236}">
                <a16:creationId xmlns:a16="http://schemas.microsoft.com/office/drawing/2014/main" id="{5E8BB770-F6A6-44A3-BCE1-BCCCC1E81064}"/>
              </a:ext>
            </a:extLst>
          </p:cNvPr>
          <p:cNvSpPr>
            <a:spLocks noGrp="1"/>
          </p:cNvSpPr>
          <p:nvPr>
            <p:ph type="title"/>
          </p:nvPr>
        </p:nvSpPr>
        <p:spPr>
          <a:xfrm>
            <a:off x="5606143" y="5201920"/>
            <a:ext cx="5747657" cy="992505"/>
          </a:xfrm>
        </p:spPr>
        <p:txBody>
          <a:bodyPr anchor="ctr">
            <a:normAutofit/>
          </a:bodyPr>
          <a:lstStyle>
            <a:lvl1pPr>
              <a:defRPr sz="4800" cap="all" baseline="0"/>
            </a:lvl1pPr>
          </a:lstStyle>
          <a:p>
            <a:r>
              <a:rPr lang="en-US"/>
              <a:t>Click to edit Master title style</a:t>
            </a:r>
          </a:p>
        </p:txBody>
      </p:sp>
      <p:sp>
        <p:nvSpPr>
          <p:cNvPr id="3" name="Graphic 8">
            <a:extLst>
              <a:ext uri="{FF2B5EF4-FFF2-40B4-BE49-F238E27FC236}">
                <a16:creationId xmlns:a16="http://schemas.microsoft.com/office/drawing/2014/main" id="{A6A04B8C-D941-483E-B669-7436C535CE2E}"/>
              </a:ext>
              <a:ext uri="{C183D7F6-B498-43B3-948B-1728B52AA6E4}">
                <adec:decorative xmlns:adec="http://schemas.microsoft.com/office/drawing/2017/decorative" val="1"/>
              </a:ext>
            </a:extLst>
          </p:cNvPr>
          <p:cNvSpPr/>
          <p:nvPr userDrawn="1"/>
        </p:nvSpPr>
        <p:spPr>
          <a:xfrm>
            <a:off x="3565384" y="1857932"/>
            <a:ext cx="922101" cy="2445893"/>
          </a:xfrm>
          <a:custGeom>
            <a:avLst/>
            <a:gdLst>
              <a:gd name="connsiteX0" fmla="*/ 922101 w 922101"/>
              <a:gd name="connsiteY0" fmla="*/ 2615575 h 2615575"/>
              <a:gd name="connsiteX1" fmla="*/ 922101 w 922101"/>
              <a:gd name="connsiteY1" fmla="*/ 1134894 h 2615575"/>
              <a:gd name="connsiteX2" fmla="*/ 922101 w 922101"/>
              <a:gd name="connsiteY2" fmla="*/ 0 h 2615575"/>
              <a:gd name="connsiteX3" fmla="*/ 0 w 922101"/>
              <a:gd name="connsiteY3" fmla="*/ 0 h 2615575"/>
              <a:gd name="connsiteX0" fmla="*/ 922101 w 922101"/>
              <a:gd name="connsiteY0" fmla="*/ 2332208 h 2332208"/>
              <a:gd name="connsiteX1" fmla="*/ 922101 w 922101"/>
              <a:gd name="connsiteY1" fmla="*/ 1134894 h 2332208"/>
              <a:gd name="connsiteX2" fmla="*/ 922101 w 922101"/>
              <a:gd name="connsiteY2" fmla="*/ 0 h 2332208"/>
              <a:gd name="connsiteX3" fmla="*/ 0 w 922101"/>
              <a:gd name="connsiteY3" fmla="*/ 0 h 2332208"/>
            </a:gdLst>
            <a:ahLst/>
            <a:cxnLst>
              <a:cxn ang="0">
                <a:pos x="connsiteX0" y="connsiteY0"/>
              </a:cxn>
              <a:cxn ang="0">
                <a:pos x="connsiteX1" y="connsiteY1"/>
              </a:cxn>
              <a:cxn ang="0">
                <a:pos x="connsiteX2" y="connsiteY2"/>
              </a:cxn>
              <a:cxn ang="0">
                <a:pos x="connsiteX3" y="connsiteY3"/>
              </a:cxn>
            </a:cxnLst>
            <a:rect l="l" t="t" r="r" b="b"/>
            <a:pathLst>
              <a:path w="922101" h="2332208">
                <a:moveTo>
                  <a:pt x="922101" y="2332208"/>
                </a:moveTo>
                <a:lnTo>
                  <a:pt x="922101" y="1134894"/>
                </a:lnTo>
                <a:lnTo>
                  <a:pt x="922101" y="0"/>
                </a:lnTo>
                <a:lnTo>
                  <a:pt x="0" y="0"/>
                </a:lnTo>
              </a:path>
            </a:pathLst>
          </a:custGeom>
          <a:noFill/>
          <a:ln w="19050" cap="flat">
            <a:solidFill>
              <a:srgbClr val="C3EF0C"/>
            </a:solidFill>
            <a:prstDash val="solid"/>
            <a:miter/>
          </a:ln>
        </p:spPr>
        <p:txBody>
          <a:bodyPr rtlCol="0" anchor="ctr"/>
          <a:lstStyle/>
          <a:p>
            <a:endParaRPr lang="en-US"/>
          </a:p>
        </p:txBody>
      </p:sp>
      <p:sp>
        <p:nvSpPr>
          <p:cNvPr id="7" name="Graphic 8">
            <a:extLst>
              <a:ext uri="{FF2B5EF4-FFF2-40B4-BE49-F238E27FC236}">
                <a16:creationId xmlns:a16="http://schemas.microsoft.com/office/drawing/2014/main" id="{7A6DC6C6-E9EB-405C-A68E-EE8EEBBCA398}"/>
              </a:ext>
              <a:ext uri="{C183D7F6-B498-43B3-948B-1728B52AA6E4}">
                <adec:decorative xmlns:adec="http://schemas.microsoft.com/office/drawing/2017/decorative" val="1"/>
              </a:ext>
            </a:extLst>
          </p:cNvPr>
          <p:cNvSpPr/>
          <p:nvPr userDrawn="1"/>
        </p:nvSpPr>
        <p:spPr>
          <a:xfrm>
            <a:off x="1845311" y="1857400"/>
            <a:ext cx="691575" cy="8866"/>
          </a:xfrm>
          <a:custGeom>
            <a:avLst/>
            <a:gdLst>
              <a:gd name="connsiteX0" fmla="*/ 691576 w 691575"/>
              <a:gd name="connsiteY0" fmla="*/ 0 h 8866"/>
              <a:gd name="connsiteX1" fmla="*/ 0 w 691575"/>
              <a:gd name="connsiteY1" fmla="*/ 0 h 8866"/>
            </a:gdLst>
            <a:ahLst/>
            <a:cxnLst>
              <a:cxn ang="0">
                <a:pos x="connsiteX0" y="connsiteY0"/>
              </a:cxn>
              <a:cxn ang="0">
                <a:pos x="connsiteX1" y="connsiteY1"/>
              </a:cxn>
            </a:cxnLst>
            <a:rect l="l" t="t" r="r" b="b"/>
            <a:pathLst>
              <a:path w="691575" h="8866">
                <a:moveTo>
                  <a:pt x="691576" y="0"/>
                </a:moveTo>
                <a:lnTo>
                  <a:pt x="0" y="0"/>
                </a:lnTo>
              </a:path>
            </a:pathLst>
          </a:custGeom>
          <a:ln w="19050" cap="flat">
            <a:solidFill>
              <a:srgbClr val="C3EF0C"/>
            </a:solidFill>
            <a:prstDash val="solid"/>
            <a:miter/>
          </a:ln>
        </p:spPr>
        <p:txBody>
          <a:bodyPr rtlCol="0" anchor="ctr"/>
          <a:lstStyle/>
          <a:p>
            <a:endParaRPr lang="en-US"/>
          </a:p>
        </p:txBody>
      </p:sp>
      <p:sp>
        <p:nvSpPr>
          <p:cNvPr id="4" name="Graphic 8">
            <a:extLst>
              <a:ext uri="{FF2B5EF4-FFF2-40B4-BE49-F238E27FC236}">
                <a16:creationId xmlns:a16="http://schemas.microsoft.com/office/drawing/2014/main" id="{028B5C16-2909-487D-BE4D-A794F3BA7AE2}"/>
              </a:ext>
              <a:ext uri="{C183D7F6-B498-43B3-948B-1728B52AA6E4}">
                <adec:decorative xmlns:adec="http://schemas.microsoft.com/office/drawing/2017/decorative" val="1"/>
              </a:ext>
            </a:extLst>
          </p:cNvPr>
          <p:cNvSpPr/>
          <p:nvPr userDrawn="1"/>
        </p:nvSpPr>
        <p:spPr>
          <a:xfrm>
            <a:off x="3565384" y="1857931"/>
            <a:ext cx="922101" cy="2573623"/>
          </a:xfrm>
          <a:custGeom>
            <a:avLst/>
            <a:gdLst>
              <a:gd name="connsiteX0" fmla="*/ 922101 w 922101"/>
              <a:gd name="connsiteY0" fmla="*/ 2615575 h 2615575"/>
              <a:gd name="connsiteX1" fmla="*/ 922101 w 922101"/>
              <a:gd name="connsiteY1" fmla="*/ 1134894 h 2615575"/>
              <a:gd name="connsiteX2" fmla="*/ 922101 w 922101"/>
              <a:gd name="connsiteY2" fmla="*/ 0 h 2615575"/>
              <a:gd name="connsiteX3" fmla="*/ 0 w 922101"/>
              <a:gd name="connsiteY3" fmla="*/ 0 h 2615575"/>
              <a:gd name="connsiteX0" fmla="*/ 922101 w 922101"/>
              <a:gd name="connsiteY0" fmla="*/ 2332208 h 2332208"/>
              <a:gd name="connsiteX1" fmla="*/ 922101 w 922101"/>
              <a:gd name="connsiteY1" fmla="*/ 1134894 h 2332208"/>
              <a:gd name="connsiteX2" fmla="*/ 922101 w 922101"/>
              <a:gd name="connsiteY2" fmla="*/ 0 h 2332208"/>
              <a:gd name="connsiteX3" fmla="*/ 0 w 922101"/>
              <a:gd name="connsiteY3" fmla="*/ 0 h 2332208"/>
            </a:gdLst>
            <a:ahLst/>
            <a:cxnLst>
              <a:cxn ang="0">
                <a:pos x="connsiteX0" y="connsiteY0"/>
              </a:cxn>
              <a:cxn ang="0">
                <a:pos x="connsiteX1" y="connsiteY1"/>
              </a:cxn>
              <a:cxn ang="0">
                <a:pos x="connsiteX2" y="connsiteY2"/>
              </a:cxn>
              <a:cxn ang="0">
                <a:pos x="connsiteX3" y="connsiteY3"/>
              </a:cxn>
            </a:cxnLst>
            <a:rect l="l" t="t" r="r" b="b"/>
            <a:pathLst>
              <a:path w="922101" h="2332208">
                <a:moveTo>
                  <a:pt x="922101" y="2332208"/>
                </a:moveTo>
                <a:lnTo>
                  <a:pt x="922101" y="1134894"/>
                </a:lnTo>
                <a:lnTo>
                  <a:pt x="922101" y="0"/>
                </a:lnTo>
                <a:lnTo>
                  <a:pt x="0" y="0"/>
                </a:lnTo>
              </a:path>
            </a:pathLst>
          </a:custGeom>
          <a:noFill/>
          <a:ln w="19050" cap="flat">
            <a:solidFill>
              <a:srgbClr val="C3EF0C"/>
            </a:solidFill>
            <a:prstDash val="solid"/>
            <a:miter/>
          </a:ln>
        </p:spPr>
        <p:txBody>
          <a:bodyPr rtlCol="0" anchor="ctr"/>
          <a:lstStyle/>
          <a:p>
            <a:endParaRPr lang="en-US"/>
          </a:p>
        </p:txBody>
      </p:sp>
    </p:spTree>
    <p:extLst>
      <p:ext uri="{BB962C8B-B14F-4D97-AF65-F5344CB8AC3E}">
        <p14:creationId xmlns:p14="http://schemas.microsoft.com/office/powerpoint/2010/main" val="754416344"/>
      </p:ext>
    </p:extLst>
  </p:cSld>
  <p:clrMapOvr>
    <a:masterClrMapping/>
  </p:clrMapOvr>
  <p:extLst>
    <p:ext uri="{DCECCB84-F9BA-43D5-87BE-67443E8EF086}">
      <p15:sldGuideLst xmlns:p15="http://schemas.microsoft.com/office/powerpoint/2012/main">
        <p15:guide id="1" orient="horz" pos="720" userDrawn="1">
          <p15:clr>
            <a:srgbClr val="FBAE40"/>
          </p15:clr>
        </p15:guide>
        <p15:guide id="2" orient="horz" pos="1584" userDrawn="1">
          <p15:clr>
            <a:srgbClr val="FBAE40"/>
          </p15:clr>
        </p15:guide>
        <p15:guide id="3" orient="horz" pos="271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icons, and conten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034142" y="3971432"/>
            <a:ext cx="2941600" cy="360000"/>
          </a:xfrm>
        </p:spPr>
        <p:txBody>
          <a:bodyP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034142" y="4605832"/>
            <a:ext cx="2941600" cy="1141882"/>
          </a:xfrm>
        </p:spPr>
        <p:txBody>
          <a:bodyPr>
            <a:normAutofit/>
          </a:bodyPr>
          <a:lstStyle>
            <a:lvl1pPr marL="0" indent="0" algn="l">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18" name="Picture Placeholder 15">
            <a:extLst>
              <a:ext uri="{FF2B5EF4-FFF2-40B4-BE49-F238E27FC236}">
                <a16:creationId xmlns:a16="http://schemas.microsoft.com/office/drawing/2014/main" id="{43CBE128-6D8D-4605-B225-5A34FFB1F25B}"/>
              </a:ext>
            </a:extLst>
          </p:cNvPr>
          <p:cNvSpPr>
            <a:spLocks noGrp="1"/>
          </p:cNvSpPr>
          <p:nvPr>
            <p:ph type="pic" sz="quarter" idx="42"/>
          </p:nvPr>
        </p:nvSpPr>
        <p:spPr>
          <a:xfrm>
            <a:off x="1034142" y="3048000"/>
            <a:ext cx="769486" cy="769486"/>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7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a:t>Click icon to add picture</a:t>
            </a:r>
            <a:endParaRPr lang="en-ZA"/>
          </a:p>
        </p:txBody>
      </p:sp>
      <p:sp>
        <p:nvSpPr>
          <p:cNvPr id="15" name="Title 1">
            <a:extLst>
              <a:ext uri="{FF2B5EF4-FFF2-40B4-BE49-F238E27FC236}">
                <a16:creationId xmlns:a16="http://schemas.microsoft.com/office/drawing/2014/main" id="{4AA3FE14-6E13-47C9-A512-83A96F3DD002}"/>
              </a:ext>
            </a:extLst>
          </p:cNvPr>
          <p:cNvSpPr>
            <a:spLocks noGrp="1"/>
          </p:cNvSpPr>
          <p:nvPr>
            <p:ph type="title"/>
          </p:nvPr>
        </p:nvSpPr>
        <p:spPr>
          <a:xfrm>
            <a:off x="1034142" y="1110286"/>
            <a:ext cx="10515600"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16" name="Straight Connector 15">
            <a:extLst>
              <a:ext uri="{FF2B5EF4-FFF2-40B4-BE49-F238E27FC236}">
                <a16:creationId xmlns:a16="http://schemas.microsoft.com/office/drawing/2014/main" id="{2D83A9ED-5F19-4646-ADCE-C829C97154DC}"/>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 Placeholder 8">
            <a:extLst>
              <a:ext uri="{FF2B5EF4-FFF2-40B4-BE49-F238E27FC236}">
                <a16:creationId xmlns:a16="http://schemas.microsoft.com/office/drawing/2014/main" id="{6187F4BE-3AD3-4857-B0A9-A9285E52D819}"/>
              </a:ext>
            </a:extLst>
          </p:cNvPr>
          <p:cNvSpPr>
            <a:spLocks noGrp="1"/>
          </p:cNvSpPr>
          <p:nvPr>
            <p:ph type="body" sz="quarter" idx="43" hasCustomPrompt="1"/>
          </p:nvPr>
        </p:nvSpPr>
        <p:spPr>
          <a:xfrm>
            <a:off x="4706975" y="3971432"/>
            <a:ext cx="2941600" cy="360000"/>
          </a:xfrm>
        </p:spPr>
        <p:txBody>
          <a:bodyP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21" name="Text Placeholder 10">
            <a:extLst>
              <a:ext uri="{FF2B5EF4-FFF2-40B4-BE49-F238E27FC236}">
                <a16:creationId xmlns:a16="http://schemas.microsoft.com/office/drawing/2014/main" id="{5F81158B-DA52-484D-8105-92B77E4DC466}"/>
              </a:ext>
            </a:extLst>
          </p:cNvPr>
          <p:cNvSpPr>
            <a:spLocks noGrp="1"/>
          </p:cNvSpPr>
          <p:nvPr>
            <p:ph type="body" sz="quarter" idx="44" hasCustomPrompt="1"/>
          </p:nvPr>
        </p:nvSpPr>
        <p:spPr>
          <a:xfrm>
            <a:off x="4706975" y="4605832"/>
            <a:ext cx="2941600" cy="1141882"/>
          </a:xfrm>
        </p:spPr>
        <p:txBody>
          <a:bodyPr>
            <a:normAutofit/>
          </a:bodyPr>
          <a:lstStyle>
            <a:lvl1pPr marL="0" indent="0" algn="l">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22" name="Picture Placeholder 15">
            <a:extLst>
              <a:ext uri="{FF2B5EF4-FFF2-40B4-BE49-F238E27FC236}">
                <a16:creationId xmlns:a16="http://schemas.microsoft.com/office/drawing/2014/main" id="{51CF84FA-944B-434D-A8DD-F5D8A6BD7F12}"/>
              </a:ext>
            </a:extLst>
          </p:cNvPr>
          <p:cNvSpPr>
            <a:spLocks noGrp="1"/>
          </p:cNvSpPr>
          <p:nvPr>
            <p:ph type="pic" sz="quarter" idx="45"/>
          </p:nvPr>
        </p:nvSpPr>
        <p:spPr>
          <a:xfrm>
            <a:off x="4706975" y="3048000"/>
            <a:ext cx="769486" cy="769486"/>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7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a:t>Click icon to add picture</a:t>
            </a:r>
            <a:endParaRPr lang="en-ZA"/>
          </a:p>
        </p:txBody>
      </p:sp>
      <p:sp>
        <p:nvSpPr>
          <p:cNvPr id="23" name="Text Placeholder 8">
            <a:extLst>
              <a:ext uri="{FF2B5EF4-FFF2-40B4-BE49-F238E27FC236}">
                <a16:creationId xmlns:a16="http://schemas.microsoft.com/office/drawing/2014/main" id="{9AFDDE4E-007E-431B-937C-1B26959515F6}"/>
              </a:ext>
            </a:extLst>
          </p:cNvPr>
          <p:cNvSpPr>
            <a:spLocks noGrp="1"/>
          </p:cNvSpPr>
          <p:nvPr>
            <p:ph type="body" sz="quarter" idx="46" hasCustomPrompt="1"/>
          </p:nvPr>
        </p:nvSpPr>
        <p:spPr>
          <a:xfrm>
            <a:off x="8412200" y="3971432"/>
            <a:ext cx="2941600" cy="360000"/>
          </a:xfrm>
        </p:spPr>
        <p:txBody>
          <a:bodyP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24" name="Text Placeholder 10">
            <a:extLst>
              <a:ext uri="{FF2B5EF4-FFF2-40B4-BE49-F238E27FC236}">
                <a16:creationId xmlns:a16="http://schemas.microsoft.com/office/drawing/2014/main" id="{3B096111-A95B-402E-B431-43D852C9E2AD}"/>
              </a:ext>
            </a:extLst>
          </p:cNvPr>
          <p:cNvSpPr>
            <a:spLocks noGrp="1"/>
          </p:cNvSpPr>
          <p:nvPr>
            <p:ph type="body" sz="quarter" idx="47" hasCustomPrompt="1"/>
          </p:nvPr>
        </p:nvSpPr>
        <p:spPr>
          <a:xfrm>
            <a:off x="8412200" y="4605832"/>
            <a:ext cx="2941600" cy="1141882"/>
          </a:xfrm>
        </p:spPr>
        <p:txBody>
          <a:bodyPr>
            <a:normAutofit/>
          </a:bodyPr>
          <a:lstStyle>
            <a:lvl1pPr marL="0" indent="0" algn="l">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25" name="Picture Placeholder 15">
            <a:extLst>
              <a:ext uri="{FF2B5EF4-FFF2-40B4-BE49-F238E27FC236}">
                <a16:creationId xmlns:a16="http://schemas.microsoft.com/office/drawing/2014/main" id="{F07B788A-B491-4062-8710-AC0B5654D443}"/>
              </a:ext>
            </a:extLst>
          </p:cNvPr>
          <p:cNvSpPr>
            <a:spLocks noGrp="1"/>
          </p:cNvSpPr>
          <p:nvPr>
            <p:ph type="pic" sz="quarter" idx="48"/>
          </p:nvPr>
        </p:nvSpPr>
        <p:spPr>
          <a:xfrm>
            <a:off x="8412200" y="3048000"/>
            <a:ext cx="769486" cy="769486"/>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7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a:t>Click icon to add picture</a:t>
            </a:r>
            <a:endParaRPr lang="en-ZA"/>
          </a:p>
        </p:txBody>
      </p:sp>
      <p:sp>
        <p:nvSpPr>
          <p:cNvPr id="19" name="Date Placeholder 2">
            <a:extLst>
              <a:ext uri="{FF2B5EF4-FFF2-40B4-BE49-F238E27FC236}">
                <a16:creationId xmlns:a16="http://schemas.microsoft.com/office/drawing/2014/main" id="{D798BE23-D422-4EB1-A64B-247490908929}"/>
              </a:ext>
            </a:extLst>
          </p:cNvPr>
          <p:cNvSpPr>
            <a:spLocks noGrp="1"/>
          </p:cNvSpPr>
          <p:nvPr>
            <p:ph type="dt" sz="half" idx="20"/>
          </p:nvPr>
        </p:nvSpPr>
        <p:spPr>
          <a:xfrm>
            <a:off x="838200" y="6356350"/>
            <a:ext cx="2743200" cy="365125"/>
          </a:xfrm>
        </p:spPr>
        <p:txBody>
          <a:bodyPr/>
          <a:lstStyle/>
          <a:p>
            <a:endParaRPr lang="en-US"/>
          </a:p>
        </p:txBody>
      </p:sp>
      <p:sp>
        <p:nvSpPr>
          <p:cNvPr id="20" name="Footer Placeholder 3">
            <a:extLst>
              <a:ext uri="{FF2B5EF4-FFF2-40B4-BE49-F238E27FC236}">
                <a16:creationId xmlns:a16="http://schemas.microsoft.com/office/drawing/2014/main" id="{4BF2994C-9A98-4FB0-B040-0D7D4EE7DBBB}"/>
              </a:ext>
            </a:extLst>
          </p:cNvPr>
          <p:cNvSpPr>
            <a:spLocks noGrp="1"/>
          </p:cNvSpPr>
          <p:nvPr>
            <p:ph type="ftr" sz="quarter" idx="21"/>
          </p:nvPr>
        </p:nvSpPr>
        <p:spPr>
          <a:xfrm>
            <a:off x="4038600" y="6356350"/>
            <a:ext cx="4114800" cy="365125"/>
          </a:xfrm>
        </p:spPr>
        <p:txBody>
          <a:bodyPr/>
          <a:lstStyle/>
          <a:p>
            <a:r>
              <a:rPr lang="en-US"/>
              <a:t>Pitch deck</a:t>
            </a:r>
          </a:p>
        </p:txBody>
      </p:sp>
      <p:sp>
        <p:nvSpPr>
          <p:cNvPr id="26" name="Slide Number Placeholder 4">
            <a:extLst>
              <a:ext uri="{FF2B5EF4-FFF2-40B4-BE49-F238E27FC236}">
                <a16:creationId xmlns:a16="http://schemas.microsoft.com/office/drawing/2014/main" id="{96B5941B-782C-4ACF-AF36-8E21DA11A22E}"/>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t>‹#›</a:t>
            </a:fld>
            <a:endParaRPr lang="en-US"/>
          </a:p>
        </p:txBody>
      </p:sp>
    </p:spTree>
    <p:extLst>
      <p:ext uri="{BB962C8B-B14F-4D97-AF65-F5344CB8AC3E}">
        <p14:creationId xmlns:p14="http://schemas.microsoft.com/office/powerpoint/2010/main" val="3547620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ntent with titl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9EDF1B-BFF2-495C-B3B8-4EE6F48140F0}"/>
              </a:ext>
            </a:extLst>
          </p:cNvPr>
          <p:cNvSpPr/>
          <p:nvPr userDrawn="1"/>
        </p:nvSpPr>
        <p:spPr>
          <a:xfrm>
            <a:off x="8412200" y="3195400"/>
            <a:ext cx="2941600" cy="508000"/>
          </a:xfrm>
          <a:prstGeom prst="rect">
            <a:avLst/>
          </a:prstGeom>
          <a:gradFill>
            <a:gsLst>
              <a:gs pos="100000">
                <a:schemeClr val="accent2"/>
              </a:gs>
              <a:gs pos="8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629F2809-C0D4-4624-9BF4-7A5A02FC6504}"/>
              </a:ext>
            </a:extLst>
          </p:cNvPr>
          <p:cNvSpPr/>
          <p:nvPr userDrawn="1"/>
        </p:nvSpPr>
        <p:spPr>
          <a:xfrm>
            <a:off x="1034142" y="3195400"/>
            <a:ext cx="2941600" cy="508000"/>
          </a:xfrm>
          <a:prstGeom prst="rect">
            <a:avLst/>
          </a:prstGeom>
          <a:gradFill>
            <a:gsLst>
              <a:gs pos="100000">
                <a:schemeClr val="accent2"/>
              </a:gs>
              <a:gs pos="8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A38AFF1-A7FF-4F75-9E57-C1827806B34E}"/>
              </a:ext>
            </a:extLst>
          </p:cNvPr>
          <p:cNvSpPr/>
          <p:nvPr userDrawn="1"/>
        </p:nvSpPr>
        <p:spPr>
          <a:xfrm>
            <a:off x="4706975" y="3195400"/>
            <a:ext cx="2941600" cy="508000"/>
          </a:xfrm>
          <a:prstGeom prst="rect">
            <a:avLst/>
          </a:prstGeom>
          <a:gradFill>
            <a:gsLst>
              <a:gs pos="100000">
                <a:schemeClr val="accent2"/>
              </a:gs>
              <a:gs pos="8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034142" y="3266159"/>
            <a:ext cx="2941600" cy="360000"/>
          </a:xfrm>
        </p:spPr>
        <p:txBody>
          <a:bodyPr anchor="ctr"/>
          <a:lstStyle>
            <a:lvl1pPr marL="0" indent="0" algn="ctr">
              <a:buFont typeface="Arial" panose="020B0604020202020204" pitchFamily="34" charset="0"/>
              <a:buNone/>
              <a:defRPr lang="en-US" sz="1800" kern="1200" cap="all" baseline="0" dirty="0">
                <a:solidFill>
                  <a:schemeClr val="bg1"/>
                </a:solidFill>
                <a:latin typeface="+mj-lt"/>
                <a:ea typeface="+mj-ea"/>
                <a:cs typeface="+mj-cs"/>
              </a:defRPr>
            </a:lvl1pPr>
          </a:lstStyle>
          <a:p>
            <a:pPr lvl="0"/>
            <a:r>
              <a:rPr lang="en-US"/>
              <a:t>Title 1</a:t>
            </a:r>
            <a:endParaRPr lang="en-ZA"/>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034142" y="4117103"/>
            <a:ext cx="2941600" cy="1141882"/>
          </a:xfrm>
        </p:spPr>
        <p:txBody>
          <a:bodyPr>
            <a:normAutofit/>
          </a:bodyPr>
          <a:lstStyle>
            <a:lvl1pPr marL="0" indent="0" algn="ctr">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15" name="Title 1">
            <a:extLst>
              <a:ext uri="{FF2B5EF4-FFF2-40B4-BE49-F238E27FC236}">
                <a16:creationId xmlns:a16="http://schemas.microsoft.com/office/drawing/2014/main" id="{4AA3FE14-6E13-47C9-A512-83A96F3DD002}"/>
              </a:ext>
            </a:extLst>
          </p:cNvPr>
          <p:cNvSpPr>
            <a:spLocks noGrp="1"/>
          </p:cNvSpPr>
          <p:nvPr>
            <p:ph type="title"/>
          </p:nvPr>
        </p:nvSpPr>
        <p:spPr>
          <a:xfrm>
            <a:off x="1034142" y="1110286"/>
            <a:ext cx="10515600"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16" name="Straight Connector 15">
            <a:extLst>
              <a:ext uri="{FF2B5EF4-FFF2-40B4-BE49-F238E27FC236}">
                <a16:creationId xmlns:a16="http://schemas.microsoft.com/office/drawing/2014/main" id="{2D83A9ED-5F19-4646-ADCE-C829C97154DC}"/>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 Placeholder 8">
            <a:extLst>
              <a:ext uri="{FF2B5EF4-FFF2-40B4-BE49-F238E27FC236}">
                <a16:creationId xmlns:a16="http://schemas.microsoft.com/office/drawing/2014/main" id="{6187F4BE-3AD3-4857-B0A9-A9285E52D819}"/>
              </a:ext>
            </a:extLst>
          </p:cNvPr>
          <p:cNvSpPr>
            <a:spLocks noGrp="1"/>
          </p:cNvSpPr>
          <p:nvPr>
            <p:ph type="body" sz="quarter" idx="43" hasCustomPrompt="1"/>
          </p:nvPr>
        </p:nvSpPr>
        <p:spPr>
          <a:xfrm>
            <a:off x="4706975" y="3266159"/>
            <a:ext cx="2941600" cy="360000"/>
          </a:xfrm>
        </p:spPr>
        <p:txBody>
          <a:bodyPr anchor="ctr"/>
          <a:lstStyle>
            <a:lvl1pPr marL="0" indent="0" algn="ctr">
              <a:buFont typeface="Arial" panose="020B0604020202020204" pitchFamily="34" charset="0"/>
              <a:buNone/>
              <a:defRPr lang="en-US" sz="1800" kern="1200" cap="all" baseline="0" dirty="0">
                <a:solidFill>
                  <a:schemeClr val="bg1"/>
                </a:solidFill>
                <a:latin typeface="+mj-lt"/>
                <a:ea typeface="+mj-ea"/>
                <a:cs typeface="+mj-cs"/>
              </a:defRPr>
            </a:lvl1pPr>
          </a:lstStyle>
          <a:p>
            <a:pPr lvl="0"/>
            <a:r>
              <a:rPr lang="en-US"/>
              <a:t>Title 2</a:t>
            </a:r>
            <a:endParaRPr lang="en-ZA"/>
          </a:p>
        </p:txBody>
      </p:sp>
      <p:sp>
        <p:nvSpPr>
          <p:cNvPr id="21" name="Text Placeholder 10">
            <a:extLst>
              <a:ext uri="{FF2B5EF4-FFF2-40B4-BE49-F238E27FC236}">
                <a16:creationId xmlns:a16="http://schemas.microsoft.com/office/drawing/2014/main" id="{5F81158B-DA52-484D-8105-92B77E4DC466}"/>
              </a:ext>
            </a:extLst>
          </p:cNvPr>
          <p:cNvSpPr>
            <a:spLocks noGrp="1"/>
          </p:cNvSpPr>
          <p:nvPr>
            <p:ph type="body" sz="quarter" idx="44" hasCustomPrompt="1"/>
          </p:nvPr>
        </p:nvSpPr>
        <p:spPr>
          <a:xfrm>
            <a:off x="4706975" y="4117103"/>
            <a:ext cx="2941600" cy="1141882"/>
          </a:xfrm>
        </p:spPr>
        <p:txBody>
          <a:bodyPr>
            <a:normAutofit/>
          </a:bodyPr>
          <a:lstStyle>
            <a:lvl1pPr marL="0" indent="0" algn="ctr">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23" name="Text Placeholder 8">
            <a:extLst>
              <a:ext uri="{FF2B5EF4-FFF2-40B4-BE49-F238E27FC236}">
                <a16:creationId xmlns:a16="http://schemas.microsoft.com/office/drawing/2014/main" id="{9AFDDE4E-007E-431B-937C-1B26959515F6}"/>
              </a:ext>
            </a:extLst>
          </p:cNvPr>
          <p:cNvSpPr>
            <a:spLocks noGrp="1"/>
          </p:cNvSpPr>
          <p:nvPr>
            <p:ph type="body" sz="quarter" idx="46" hasCustomPrompt="1"/>
          </p:nvPr>
        </p:nvSpPr>
        <p:spPr>
          <a:xfrm>
            <a:off x="8412200" y="3266159"/>
            <a:ext cx="2941600" cy="360000"/>
          </a:xfrm>
        </p:spPr>
        <p:txBody>
          <a:bodyPr anchor="ctr"/>
          <a:lstStyle>
            <a:lvl1pPr marL="0" indent="0" algn="ctr">
              <a:buFont typeface="Arial" panose="020B0604020202020204" pitchFamily="34" charset="0"/>
              <a:buNone/>
              <a:defRPr lang="en-US" sz="1800" kern="1200" cap="all" baseline="0" dirty="0">
                <a:solidFill>
                  <a:schemeClr val="bg1"/>
                </a:solidFill>
                <a:latin typeface="+mj-lt"/>
                <a:ea typeface="+mj-ea"/>
                <a:cs typeface="+mj-cs"/>
              </a:defRPr>
            </a:lvl1pPr>
          </a:lstStyle>
          <a:p>
            <a:pPr lvl="0"/>
            <a:r>
              <a:rPr lang="en-US"/>
              <a:t>Title 3</a:t>
            </a:r>
            <a:endParaRPr lang="en-ZA"/>
          </a:p>
        </p:txBody>
      </p:sp>
      <p:sp>
        <p:nvSpPr>
          <p:cNvPr id="24" name="Text Placeholder 10">
            <a:extLst>
              <a:ext uri="{FF2B5EF4-FFF2-40B4-BE49-F238E27FC236}">
                <a16:creationId xmlns:a16="http://schemas.microsoft.com/office/drawing/2014/main" id="{3B096111-A95B-402E-B431-43D852C9E2AD}"/>
              </a:ext>
            </a:extLst>
          </p:cNvPr>
          <p:cNvSpPr>
            <a:spLocks noGrp="1"/>
          </p:cNvSpPr>
          <p:nvPr>
            <p:ph type="body" sz="quarter" idx="47" hasCustomPrompt="1"/>
          </p:nvPr>
        </p:nvSpPr>
        <p:spPr>
          <a:xfrm>
            <a:off x="8412200" y="4117103"/>
            <a:ext cx="2941600" cy="1141882"/>
          </a:xfrm>
        </p:spPr>
        <p:txBody>
          <a:bodyPr>
            <a:normAutofit/>
          </a:bodyPr>
          <a:lstStyle>
            <a:lvl1pPr marL="0" indent="0" algn="ctr">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18" name="Date Placeholder 2">
            <a:extLst>
              <a:ext uri="{FF2B5EF4-FFF2-40B4-BE49-F238E27FC236}">
                <a16:creationId xmlns:a16="http://schemas.microsoft.com/office/drawing/2014/main" id="{7EDA1598-95B9-4907-B9B9-46A0B9ACC8DA}"/>
              </a:ext>
            </a:extLst>
          </p:cNvPr>
          <p:cNvSpPr>
            <a:spLocks noGrp="1"/>
          </p:cNvSpPr>
          <p:nvPr>
            <p:ph type="dt" sz="half" idx="20"/>
          </p:nvPr>
        </p:nvSpPr>
        <p:spPr>
          <a:xfrm>
            <a:off x="838200" y="6356350"/>
            <a:ext cx="2743200" cy="365125"/>
          </a:xfrm>
        </p:spPr>
        <p:txBody>
          <a:bodyPr/>
          <a:lstStyle/>
          <a:p>
            <a:endParaRPr lang="en-US"/>
          </a:p>
        </p:txBody>
      </p:sp>
      <p:sp>
        <p:nvSpPr>
          <p:cNvPr id="19" name="Footer Placeholder 3">
            <a:extLst>
              <a:ext uri="{FF2B5EF4-FFF2-40B4-BE49-F238E27FC236}">
                <a16:creationId xmlns:a16="http://schemas.microsoft.com/office/drawing/2014/main" id="{63AF9C34-CC92-4EDC-9D5F-1FABCEB87400}"/>
              </a:ext>
            </a:extLst>
          </p:cNvPr>
          <p:cNvSpPr>
            <a:spLocks noGrp="1"/>
          </p:cNvSpPr>
          <p:nvPr>
            <p:ph type="ftr" sz="quarter" idx="21"/>
          </p:nvPr>
        </p:nvSpPr>
        <p:spPr>
          <a:xfrm>
            <a:off x="4038600" y="6356350"/>
            <a:ext cx="4114800" cy="365125"/>
          </a:xfrm>
        </p:spPr>
        <p:txBody>
          <a:bodyPr/>
          <a:lstStyle/>
          <a:p>
            <a:r>
              <a:rPr lang="en-US"/>
              <a:t>Pitch deck</a:t>
            </a:r>
          </a:p>
        </p:txBody>
      </p:sp>
      <p:sp>
        <p:nvSpPr>
          <p:cNvPr id="20" name="Slide Number Placeholder 4">
            <a:extLst>
              <a:ext uri="{FF2B5EF4-FFF2-40B4-BE49-F238E27FC236}">
                <a16:creationId xmlns:a16="http://schemas.microsoft.com/office/drawing/2014/main" id="{EAEA54FD-376F-4285-9684-F9DFDE0B4727}"/>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t>‹#›</a:t>
            </a:fld>
            <a:endParaRPr lang="en-US"/>
          </a:p>
        </p:txBody>
      </p:sp>
    </p:spTree>
    <p:extLst>
      <p:ext uri="{BB962C8B-B14F-4D97-AF65-F5344CB8AC3E}">
        <p14:creationId xmlns:p14="http://schemas.microsoft.com/office/powerpoint/2010/main" val="1890367756"/>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pic E">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1FBFD526-F385-422D-A7A7-BCE72D8141B2}"/>
              </a:ext>
            </a:extLst>
          </p:cNvPr>
          <p:cNvSpPr>
            <a:spLocks noGrp="1"/>
          </p:cNvSpPr>
          <p:nvPr>
            <p:ph type="pic" sz="quarter" idx="41"/>
          </p:nvPr>
        </p:nvSpPr>
        <p:spPr>
          <a:xfrm>
            <a:off x="0" y="3"/>
            <a:ext cx="5288281" cy="6857999"/>
          </a:xfrm>
          <a:custGeom>
            <a:avLst/>
            <a:gdLst>
              <a:gd name="connsiteX0" fmla="*/ 0 w 5288281"/>
              <a:gd name="connsiteY0" fmla="*/ 0 h 6857999"/>
              <a:gd name="connsiteX1" fmla="*/ 1707378 w 5288281"/>
              <a:gd name="connsiteY1" fmla="*/ 0 h 6857999"/>
              <a:gd name="connsiteX2" fmla="*/ 1707378 w 5288281"/>
              <a:gd name="connsiteY2" fmla="*/ 1511096 h 6857999"/>
              <a:gd name="connsiteX3" fmla="*/ 5288281 w 5288281"/>
              <a:gd name="connsiteY3" fmla="*/ 1511096 h 6857999"/>
              <a:gd name="connsiteX4" fmla="*/ 5288281 w 5288281"/>
              <a:gd name="connsiteY4" fmla="*/ 3253159 h 6857999"/>
              <a:gd name="connsiteX5" fmla="*/ 1707378 w 5288281"/>
              <a:gd name="connsiteY5" fmla="*/ 3253159 h 6857999"/>
              <a:gd name="connsiteX6" fmla="*/ 1707378 w 5288281"/>
              <a:gd name="connsiteY6" fmla="*/ 5115860 h 6857999"/>
              <a:gd name="connsiteX7" fmla="*/ 5272034 w 5288281"/>
              <a:gd name="connsiteY7" fmla="*/ 5115860 h 6857999"/>
              <a:gd name="connsiteX8" fmla="*/ 5272034 w 5288281"/>
              <a:gd name="connsiteY8" fmla="*/ 6857999 h 6857999"/>
              <a:gd name="connsiteX9" fmla="*/ 0 w 5288281"/>
              <a:gd name="connsiteY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88281" h="6857999">
                <a:moveTo>
                  <a:pt x="0" y="0"/>
                </a:moveTo>
                <a:lnTo>
                  <a:pt x="1707378" y="0"/>
                </a:lnTo>
                <a:lnTo>
                  <a:pt x="1707378" y="1511096"/>
                </a:lnTo>
                <a:lnTo>
                  <a:pt x="5288281" y="1511096"/>
                </a:lnTo>
                <a:lnTo>
                  <a:pt x="5288281" y="3253159"/>
                </a:lnTo>
                <a:lnTo>
                  <a:pt x="1707378" y="3253159"/>
                </a:lnTo>
                <a:lnTo>
                  <a:pt x="1707378" y="5115860"/>
                </a:lnTo>
                <a:lnTo>
                  <a:pt x="5272034" y="5115860"/>
                </a:lnTo>
                <a:lnTo>
                  <a:pt x="5272034" y="6857999"/>
                </a:lnTo>
                <a:lnTo>
                  <a:pt x="0" y="6857999"/>
                </a:lnTo>
                <a:close/>
              </a:path>
            </a:pathLst>
          </a:custGeom>
        </p:spPr>
        <p:txBody>
          <a:bodyPr wrap="square" anchor="ctr">
            <a:noAutofit/>
          </a:bodyPr>
          <a:lstStyle>
            <a:lvl1pPr marL="0" indent="0" algn="ctr">
              <a:buNone/>
              <a:defRPr/>
            </a:lvl1pPr>
          </a:lstStyle>
          <a:p>
            <a:r>
              <a:rPr lang="en-US"/>
              <a:t>Click icon to add picture</a:t>
            </a:r>
          </a:p>
        </p:txBody>
      </p:sp>
      <p:sp>
        <p:nvSpPr>
          <p:cNvPr id="31" name="Title 1">
            <a:extLst>
              <a:ext uri="{FF2B5EF4-FFF2-40B4-BE49-F238E27FC236}">
                <a16:creationId xmlns:a16="http://schemas.microsoft.com/office/drawing/2014/main" id="{B2DB8B03-EE62-48FF-8583-59DFBBEDA51B}"/>
              </a:ext>
            </a:extLst>
          </p:cNvPr>
          <p:cNvSpPr>
            <a:spLocks noGrp="1"/>
          </p:cNvSpPr>
          <p:nvPr>
            <p:ph type="title"/>
          </p:nvPr>
        </p:nvSpPr>
        <p:spPr>
          <a:xfrm>
            <a:off x="6903720" y="1419438"/>
            <a:ext cx="4450080" cy="924808"/>
          </a:xfrm>
        </p:spPr>
        <p:txBody>
          <a:bodyPr lIns="0" anchor="t">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3" name="Text Placeholder 8">
            <a:extLst>
              <a:ext uri="{FF2B5EF4-FFF2-40B4-BE49-F238E27FC236}">
                <a16:creationId xmlns:a16="http://schemas.microsoft.com/office/drawing/2014/main" id="{EAF98237-032C-4FA5-B76D-C29FB5F6FF7B}"/>
              </a:ext>
            </a:extLst>
          </p:cNvPr>
          <p:cNvSpPr>
            <a:spLocks noGrp="1"/>
          </p:cNvSpPr>
          <p:nvPr>
            <p:ph type="body" sz="quarter" idx="33" hasCustomPrompt="1"/>
          </p:nvPr>
        </p:nvSpPr>
        <p:spPr>
          <a:xfrm>
            <a:off x="7366082" y="3009550"/>
            <a:ext cx="1254314" cy="360000"/>
          </a:xfrm>
        </p:spPr>
        <p:txBody>
          <a:bodyPr anchor="ct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34" name="Text Placeholder 8">
            <a:extLst>
              <a:ext uri="{FF2B5EF4-FFF2-40B4-BE49-F238E27FC236}">
                <a16:creationId xmlns:a16="http://schemas.microsoft.com/office/drawing/2014/main" id="{44353DAE-0553-4AB4-8929-C4F0C1424E10}"/>
              </a:ext>
            </a:extLst>
          </p:cNvPr>
          <p:cNvSpPr>
            <a:spLocks noGrp="1"/>
          </p:cNvSpPr>
          <p:nvPr>
            <p:ph type="body" sz="quarter" idx="34" hasCustomPrompt="1"/>
          </p:nvPr>
        </p:nvSpPr>
        <p:spPr>
          <a:xfrm>
            <a:off x="7366082" y="4017086"/>
            <a:ext cx="1254314" cy="360000"/>
          </a:xfrm>
        </p:spPr>
        <p:txBody>
          <a:bodyPr anchor="ct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35" name="Text Placeholder 8">
            <a:extLst>
              <a:ext uri="{FF2B5EF4-FFF2-40B4-BE49-F238E27FC236}">
                <a16:creationId xmlns:a16="http://schemas.microsoft.com/office/drawing/2014/main" id="{9651CB4B-B007-4E99-9371-20279E8FF7BF}"/>
              </a:ext>
            </a:extLst>
          </p:cNvPr>
          <p:cNvSpPr>
            <a:spLocks noGrp="1"/>
          </p:cNvSpPr>
          <p:nvPr>
            <p:ph type="body" sz="quarter" idx="35" hasCustomPrompt="1"/>
          </p:nvPr>
        </p:nvSpPr>
        <p:spPr>
          <a:xfrm>
            <a:off x="7366082" y="4957948"/>
            <a:ext cx="1254314" cy="360000"/>
          </a:xfrm>
        </p:spPr>
        <p:txBody>
          <a:bodyPr anchor="ct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36" name="Text Placeholder 8">
            <a:extLst>
              <a:ext uri="{FF2B5EF4-FFF2-40B4-BE49-F238E27FC236}">
                <a16:creationId xmlns:a16="http://schemas.microsoft.com/office/drawing/2014/main" id="{C0437717-0C1B-4589-AEF7-D8E934F41193}"/>
              </a:ext>
            </a:extLst>
          </p:cNvPr>
          <p:cNvSpPr>
            <a:spLocks noGrp="1"/>
          </p:cNvSpPr>
          <p:nvPr>
            <p:ph type="body" sz="quarter" idx="36" hasCustomPrompt="1"/>
          </p:nvPr>
        </p:nvSpPr>
        <p:spPr>
          <a:xfrm>
            <a:off x="6903720" y="2816574"/>
            <a:ext cx="561421" cy="627254"/>
          </a:xfrm>
        </p:spPr>
        <p:txBody>
          <a:bodyPr anchor="ctr">
            <a:noAutofit/>
          </a:bodyPr>
          <a:lstStyle>
            <a:lvl1pPr marL="0" indent="0" algn="l">
              <a:buFont typeface="Arial" panose="020B0604020202020204" pitchFamily="34" charset="0"/>
              <a:buNone/>
              <a:defRPr lang="en-US" sz="4400" b="1" kern="1200" cap="all" baseline="0" dirty="0">
                <a:solidFill>
                  <a:schemeClr val="accent1"/>
                </a:solidFill>
                <a:latin typeface="+mj-lt"/>
                <a:ea typeface="+mj-ea"/>
                <a:cs typeface="+mj-cs"/>
              </a:defRPr>
            </a:lvl1pPr>
          </a:lstStyle>
          <a:p>
            <a:pPr lvl="0"/>
            <a:r>
              <a:rPr lang="en-US"/>
              <a:t>#</a:t>
            </a:r>
            <a:endParaRPr lang="en-ZA"/>
          </a:p>
        </p:txBody>
      </p:sp>
      <p:sp>
        <p:nvSpPr>
          <p:cNvPr id="39" name="Text Placeholder 8">
            <a:extLst>
              <a:ext uri="{FF2B5EF4-FFF2-40B4-BE49-F238E27FC236}">
                <a16:creationId xmlns:a16="http://schemas.microsoft.com/office/drawing/2014/main" id="{BE01B6B4-5A67-4429-A312-A531EC3BF427}"/>
              </a:ext>
            </a:extLst>
          </p:cNvPr>
          <p:cNvSpPr>
            <a:spLocks noGrp="1"/>
          </p:cNvSpPr>
          <p:nvPr>
            <p:ph type="body" sz="quarter" idx="37" hasCustomPrompt="1"/>
          </p:nvPr>
        </p:nvSpPr>
        <p:spPr>
          <a:xfrm>
            <a:off x="6903720" y="3805802"/>
            <a:ext cx="561421" cy="627254"/>
          </a:xfrm>
        </p:spPr>
        <p:txBody>
          <a:bodyPr anchor="ctr">
            <a:noAutofit/>
          </a:bodyPr>
          <a:lstStyle>
            <a:lvl1pPr marL="0" indent="0" algn="l">
              <a:buFont typeface="Arial" panose="020B0604020202020204" pitchFamily="34" charset="0"/>
              <a:buNone/>
              <a:defRPr lang="en-US" sz="4400" b="1" kern="1200" cap="all" baseline="0" dirty="0">
                <a:solidFill>
                  <a:schemeClr val="accent1"/>
                </a:solidFill>
                <a:latin typeface="+mj-lt"/>
                <a:ea typeface="+mj-ea"/>
                <a:cs typeface="+mj-cs"/>
              </a:defRPr>
            </a:lvl1pPr>
          </a:lstStyle>
          <a:p>
            <a:pPr lvl="0"/>
            <a:r>
              <a:rPr lang="en-US"/>
              <a:t>#</a:t>
            </a:r>
            <a:endParaRPr lang="en-ZA"/>
          </a:p>
        </p:txBody>
      </p:sp>
      <p:sp>
        <p:nvSpPr>
          <p:cNvPr id="40" name="Text Placeholder 8">
            <a:extLst>
              <a:ext uri="{FF2B5EF4-FFF2-40B4-BE49-F238E27FC236}">
                <a16:creationId xmlns:a16="http://schemas.microsoft.com/office/drawing/2014/main" id="{1673722D-82CF-4D94-9D83-D95A8DE5ACEA}"/>
              </a:ext>
            </a:extLst>
          </p:cNvPr>
          <p:cNvSpPr>
            <a:spLocks noGrp="1"/>
          </p:cNvSpPr>
          <p:nvPr>
            <p:ph type="body" sz="quarter" idx="38" hasCustomPrompt="1"/>
          </p:nvPr>
        </p:nvSpPr>
        <p:spPr>
          <a:xfrm>
            <a:off x="6903721" y="4795030"/>
            <a:ext cx="561421" cy="627254"/>
          </a:xfrm>
        </p:spPr>
        <p:txBody>
          <a:bodyPr anchor="ctr">
            <a:noAutofit/>
          </a:bodyPr>
          <a:lstStyle>
            <a:lvl1pPr marL="0" indent="0" algn="l">
              <a:buFont typeface="Arial" panose="020B0604020202020204" pitchFamily="34" charset="0"/>
              <a:buNone/>
              <a:defRPr lang="en-US" sz="4400" b="1" kern="1200" cap="all" baseline="0" dirty="0">
                <a:solidFill>
                  <a:schemeClr val="accent1"/>
                </a:solidFill>
                <a:latin typeface="+mj-lt"/>
                <a:ea typeface="+mj-ea"/>
                <a:cs typeface="+mj-cs"/>
              </a:defRPr>
            </a:lvl1pPr>
          </a:lstStyle>
          <a:p>
            <a:pPr lvl="0"/>
            <a:r>
              <a:rPr lang="en-US"/>
              <a:t>#</a:t>
            </a:r>
            <a:endParaRPr lang="en-ZA"/>
          </a:p>
        </p:txBody>
      </p:sp>
      <p:sp>
        <p:nvSpPr>
          <p:cNvPr id="41" name="Text Placeholder 18">
            <a:extLst>
              <a:ext uri="{FF2B5EF4-FFF2-40B4-BE49-F238E27FC236}">
                <a16:creationId xmlns:a16="http://schemas.microsoft.com/office/drawing/2014/main" id="{05767D4F-E20C-4F37-B411-A7F221B6A854}"/>
              </a:ext>
            </a:extLst>
          </p:cNvPr>
          <p:cNvSpPr>
            <a:spLocks noGrp="1"/>
          </p:cNvSpPr>
          <p:nvPr>
            <p:ph type="body" sz="quarter" idx="28" hasCustomPrompt="1"/>
          </p:nvPr>
        </p:nvSpPr>
        <p:spPr>
          <a:xfrm>
            <a:off x="8629106" y="3074238"/>
            <a:ext cx="2427514" cy="715169"/>
          </a:xfrm>
        </p:spPr>
        <p:txBody>
          <a:bodyPr lIns="0" anchor="t">
            <a:normAutofit/>
          </a:bodyPr>
          <a:lstStyle>
            <a:lvl1pPr marL="0" indent="0">
              <a:lnSpc>
                <a:spcPct val="100000"/>
              </a:lnSpc>
              <a:buFont typeface="Arial" panose="020B0604020202020204" pitchFamily="34" charset="0"/>
              <a:buNone/>
              <a:defRPr sz="1200">
                <a:solidFill>
                  <a:schemeClr val="tx2"/>
                </a:solidFill>
              </a:defRPr>
            </a:lvl1pPr>
          </a:lstStyle>
          <a:p>
            <a:pPr lvl="0"/>
            <a:r>
              <a:rPr lang="en-US"/>
              <a:t>Click to add text</a:t>
            </a:r>
          </a:p>
        </p:txBody>
      </p:sp>
      <p:sp>
        <p:nvSpPr>
          <p:cNvPr id="42" name="Text Placeholder 18">
            <a:extLst>
              <a:ext uri="{FF2B5EF4-FFF2-40B4-BE49-F238E27FC236}">
                <a16:creationId xmlns:a16="http://schemas.microsoft.com/office/drawing/2014/main" id="{BB90A96A-A614-41C0-9759-F6C15AE6806E}"/>
              </a:ext>
            </a:extLst>
          </p:cNvPr>
          <p:cNvSpPr>
            <a:spLocks noGrp="1"/>
          </p:cNvSpPr>
          <p:nvPr>
            <p:ph type="body" sz="quarter" idx="39" hasCustomPrompt="1"/>
          </p:nvPr>
        </p:nvSpPr>
        <p:spPr>
          <a:xfrm>
            <a:off x="8629106" y="4074889"/>
            <a:ext cx="2427514" cy="715169"/>
          </a:xfrm>
        </p:spPr>
        <p:txBody>
          <a:bodyPr lIns="0" anchor="t">
            <a:normAutofit/>
          </a:bodyPr>
          <a:lstStyle>
            <a:lvl1pPr marL="0" indent="0">
              <a:lnSpc>
                <a:spcPct val="100000"/>
              </a:lnSpc>
              <a:buFont typeface="Arial" panose="020B0604020202020204" pitchFamily="34" charset="0"/>
              <a:buNone/>
              <a:defRPr sz="1200">
                <a:solidFill>
                  <a:schemeClr val="tx2"/>
                </a:solidFill>
              </a:defRPr>
            </a:lvl1pPr>
          </a:lstStyle>
          <a:p>
            <a:pPr lvl="0"/>
            <a:r>
              <a:rPr lang="en-US"/>
              <a:t>Click to add text</a:t>
            </a:r>
          </a:p>
        </p:txBody>
      </p:sp>
      <p:sp>
        <p:nvSpPr>
          <p:cNvPr id="43" name="Text Placeholder 18">
            <a:extLst>
              <a:ext uri="{FF2B5EF4-FFF2-40B4-BE49-F238E27FC236}">
                <a16:creationId xmlns:a16="http://schemas.microsoft.com/office/drawing/2014/main" id="{983AE7FC-57B1-4AB3-8EAA-A85904DBBE97}"/>
              </a:ext>
            </a:extLst>
          </p:cNvPr>
          <p:cNvSpPr>
            <a:spLocks noGrp="1"/>
          </p:cNvSpPr>
          <p:nvPr>
            <p:ph type="body" sz="quarter" idx="40" hasCustomPrompt="1"/>
          </p:nvPr>
        </p:nvSpPr>
        <p:spPr>
          <a:xfrm>
            <a:off x="8629106" y="5016921"/>
            <a:ext cx="2427514" cy="715169"/>
          </a:xfrm>
        </p:spPr>
        <p:txBody>
          <a:bodyPr lIns="0" anchor="t">
            <a:normAutofit/>
          </a:bodyPr>
          <a:lstStyle>
            <a:lvl1pPr marL="0" indent="0">
              <a:lnSpc>
                <a:spcPct val="100000"/>
              </a:lnSpc>
              <a:buFont typeface="Arial" panose="020B0604020202020204" pitchFamily="34" charset="0"/>
              <a:buNone/>
              <a:defRPr sz="1200">
                <a:solidFill>
                  <a:schemeClr val="tx2"/>
                </a:solidFill>
              </a:defRPr>
            </a:lvl1pPr>
          </a:lstStyle>
          <a:p>
            <a:pPr lvl="0"/>
            <a:r>
              <a:rPr lang="en-US"/>
              <a:t>Click to add text</a:t>
            </a:r>
          </a:p>
        </p:txBody>
      </p:sp>
      <p:sp>
        <p:nvSpPr>
          <p:cNvPr id="15" name="Date Placeholder 1">
            <a:extLst>
              <a:ext uri="{FF2B5EF4-FFF2-40B4-BE49-F238E27FC236}">
                <a16:creationId xmlns:a16="http://schemas.microsoft.com/office/drawing/2014/main" id="{8AECD175-60EB-459F-BA4C-8E4DE7BC0185}"/>
              </a:ext>
            </a:extLst>
          </p:cNvPr>
          <p:cNvSpPr>
            <a:spLocks noGrp="1"/>
          </p:cNvSpPr>
          <p:nvPr>
            <p:ph type="dt" sz="half" idx="10"/>
          </p:nvPr>
        </p:nvSpPr>
        <p:spPr>
          <a:xfrm>
            <a:off x="838200" y="6356350"/>
            <a:ext cx="2743200" cy="365125"/>
          </a:xfrm>
        </p:spPr>
        <p:txBody>
          <a:bodyPr/>
          <a:lstStyle>
            <a:lvl1pPr>
              <a:defRPr>
                <a:solidFill>
                  <a:schemeClr val="tx1"/>
                </a:solidFill>
              </a:defRPr>
            </a:lvl1pPr>
          </a:lstStyle>
          <a:p>
            <a:r>
              <a:rPr lang="en-US"/>
              <a:t>1/7/20XX</a:t>
            </a:r>
          </a:p>
        </p:txBody>
      </p:sp>
      <p:sp>
        <p:nvSpPr>
          <p:cNvPr id="16" name="Footer Placeholder 2">
            <a:extLst>
              <a:ext uri="{FF2B5EF4-FFF2-40B4-BE49-F238E27FC236}">
                <a16:creationId xmlns:a16="http://schemas.microsoft.com/office/drawing/2014/main" id="{2180FF4C-4A98-4E30-B414-026CEECAE26B}"/>
              </a:ext>
            </a:extLst>
          </p:cNvPr>
          <p:cNvSpPr>
            <a:spLocks noGrp="1"/>
          </p:cNvSpPr>
          <p:nvPr>
            <p:ph type="ftr" sz="quarter" idx="11"/>
          </p:nvPr>
        </p:nvSpPr>
        <p:spPr>
          <a:xfrm>
            <a:off x="4038600" y="6356350"/>
            <a:ext cx="4114800" cy="365125"/>
          </a:xfrm>
        </p:spPr>
        <p:txBody>
          <a:bodyPr/>
          <a:lstStyle/>
          <a:p>
            <a:r>
              <a:rPr lang="en-US"/>
              <a:t>Pitch deck</a:t>
            </a:r>
          </a:p>
        </p:txBody>
      </p:sp>
      <p:sp>
        <p:nvSpPr>
          <p:cNvPr id="17" name="Slide Number Placeholder 7">
            <a:extLst>
              <a:ext uri="{FF2B5EF4-FFF2-40B4-BE49-F238E27FC236}">
                <a16:creationId xmlns:a16="http://schemas.microsoft.com/office/drawing/2014/main" id="{9498BBC0-E864-44E0-8C60-D13DC062BF91}"/>
              </a:ext>
            </a:extLst>
          </p:cNvPr>
          <p:cNvSpPr>
            <a:spLocks noGrp="1"/>
          </p:cNvSpPr>
          <p:nvPr>
            <p:ph type="sldNum" sz="quarter" idx="12"/>
          </p:nvPr>
        </p:nvSpPr>
        <p:spPr>
          <a:xfrm>
            <a:off x="8610600" y="6356350"/>
            <a:ext cx="2743200" cy="365125"/>
          </a:xfrm>
        </p:spPr>
        <p:txBody>
          <a:bodyPr/>
          <a:lstStyle/>
          <a:p>
            <a:fld id="{9FF96520-E4CE-4EAD-8ABF-1D2297D6B3AA}" type="slidenum">
              <a:rPr lang="en-US" smtClean="0"/>
              <a:t>‹#›</a:t>
            </a:fld>
            <a:endParaRPr lang="en-US"/>
          </a:p>
        </p:txBody>
      </p:sp>
    </p:spTree>
    <p:extLst>
      <p:ext uri="{BB962C8B-B14F-4D97-AF65-F5344CB8AC3E}">
        <p14:creationId xmlns:p14="http://schemas.microsoft.com/office/powerpoint/2010/main" val="761290837"/>
      </p:ext>
    </p:extLst>
  </p:cSld>
  <p:clrMapOvr>
    <a:masterClrMapping/>
  </p:clrMapOvr>
  <p:extLst>
    <p:ext uri="{DCECCB84-F9BA-43D5-87BE-67443E8EF086}">
      <p15:sldGuideLst xmlns:p15="http://schemas.microsoft.com/office/powerpoint/2012/main">
        <p15:guide id="1" orient="horz" pos="20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with titl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24F48E-4E21-421F-A044-1D5C607BF74F}"/>
              </a:ext>
            </a:extLst>
          </p:cNvPr>
          <p:cNvSpPr>
            <a:spLocks noGrp="1"/>
          </p:cNvSpPr>
          <p:nvPr>
            <p:ph sz="half" idx="1"/>
          </p:nvPr>
        </p:nvSpPr>
        <p:spPr>
          <a:xfrm>
            <a:off x="838200" y="3429000"/>
            <a:ext cx="4114797" cy="2747962"/>
          </a:xfrm>
        </p:spPr>
        <p:txBody>
          <a:bodyPr>
            <a:normAutofit/>
          </a:bodyPr>
          <a:lstStyle>
            <a:lvl1pPr marL="0" indent="0">
              <a:lnSpc>
                <a:spcPct val="150000"/>
              </a:lnSpc>
              <a:buNone/>
              <a:defRPr sz="1200"/>
            </a:lvl1pPr>
            <a:lvl2pPr marL="457200" indent="0">
              <a:lnSpc>
                <a:spcPct val="150000"/>
              </a:lnSpc>
              <a:buNone/>
              <a:defRPr sz="1200"/>
            </a:lvl2pPr>
            <a:lvl3pPr marL="914400" indent="0">
              <a:lnSpc>
                <a:spcPct val="150000"/>
              </a:lnSpc>
              <a:buNone/>
              <a:defRPr sz="1200"/>
            </a:lvl3pPr>
            <a:lvl4pPr marL="1371600" indent="0">
              <a:lnSpc>
                <a:spcPct val="150000"/>
              </a:lnSpc>
              <a:buNone/>
              <a:defRPr sz="1200"/>
            </a:lvl4pPr>
            <a:lvl5pPr marL="1828800" indent="0">
              <a:lnSpc>
                <a:spcPct val="1500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C70E23-CF91-4792-9B98-182E6804BBC6}"/>
              </a:ext>
            </a:extLst>
          </p:cNvPr>
          <p:cNvSpPr>
            <a:spLocks noGrp="1"/>
          </p:cNvSpPr>
          <p:nvPr>
            <p:ph sz="half" idx="2"/>
          </p:nvPr>
        </p:nvSpPr>
        <p:spPr>
          <a:xfrm>
            <a:off x="7239003" y="3429000"/>
            <a:ext cx="4114797" cy="2747962"/>
          </a:xfrm>
        </p:spPr>
        <p:txBody>
          <a:bodyPr>
            <a:normAutofit/>
          </a:bodyPr>
          <a:lstStyle>
            <a:lvl1pPr marL="0" indent="0">
              <a:lnSpc>
                <a:spcPct val="150000"/>
              </a:lnSpc>
              <a:buNone/>
              <a:defRPr sz="1200"/>
            </a:lvl1pPr>
            <a:lvl2pPr marL="457200" indent="0">
              <a:lnSpc>
                <a:spcPct val="150000"/>
              </a:lnSpc>
              <a:buNone/>
              <a:defRPr sz="1200"/>
            </a:lvl2pPr>
            <a:lvl3pPr marL="914400" indent="0">
              <a:lnSpc>
                <a:spcPct val="150000"/>
              </a:lnSpc>
              <a:buNone/>
              <a:defRPr sz="1200"/>
            </a:lvl3pPr>
            <a:lvl4pPr marL="1371600" indent="0">
              <a:lnSpc>
                <a:spcPct val="150000"/>
              </a:lnSpc>
              <a:buNone/>
              <a:defRPr sz="1200"/>
            </a:lvl4pPr>
            <a:lvl5pPr marL="1828800" indent="0">
              <a:lnSpc>
                <a:spcPct val="1500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5A2875-2896-4182-BA30-FB502AC9806D}"/>
              </a:ext>
            </a:extLst>
          </p:cNvPr>
          <p:cNvSpPr>
            <a:spLocks noGrp="1"/>
          </p:cNvSpPr>
          <p:nvPr>
            <p:ph type="dt" sz="half" idx="10"/>
          </p:nvPr>
        </p:nvSpPr>
        <p:spPr/>
        <p:txBody>
          <a:bodyPr/>
          <a:lstStyle/>
          <a:p>
            <a:endParaRPr lang="en-US"/>
          </a:p>
        </p:txBody>
      </p:sp>
      <p:sp>
        <p:nvSpPr>
          <p:cNvPr id="7" name="Slide Number Placeholder 6">
            <a:extLst>
              <a:ext uri="{FF2B5EF4-FFF2-40B4-BE49-F238E27FC236}">
                <a16:creationId xmlns:a16="http://schemas.microsoft.com/office/drawing/2014/main" id="{6F72769E-89D2-4868-B2CF-A0759A62CD34}"/>
              </a:ext>
            </a:extLst>
          </p:cNvPr>
          <p:cNvSpPr>
            <a:spLocks noGrp="1"/>
          </p:cNvSpPr>
          <p:nvPr>
            <p:ph type="sldNum" sz="quarter" idx="12"/>
          </p:nvPr>
        </p:nvSpPr>
        <p:spPr>
          <a:xfrm>
            <a:off x="10477500" y="6356350"/>
            <a:ext cx="876300" cy="365125"/>
          </a:xfrm>
        </p:spPr>
        <p:txBody>
          <a:bodyPr/>
          <a:lstStyle/>
          <a:p>
            <a:fld id="{9FF96520-E4CE-4EAD-8ABF-1D2297D6B3AA}" type="slidenum">
              <a:rPr lang="en-US" smtClean="0"/>
              <a:t>‹#›</a:t>
            </a:fld>
            <a:endParaRPr lang="en-US"/>
          </a:p>
        </p:txBody>
      </p:sp>
      <p:sp>
        <p:nvSpPr>
          <p:cNvPr id="8" name="Title 1">
            <a:extLst>
              <a:ext uri="{FF2B5EF4-FFF2-40B4-BE49-F238E27FC236}">
                <a16:creationId xmlns:a16="http://schemas.microsoft.com/office/drawing/2014/main" id="{E0011F19-A2C9-4F67-A7F1-592B85FFBAC8}"/>
              </a:ext>
            </a:extLst>
          </p:cNvPr>
          <p:cNvSpPr>
            <a:spLocks noGrp="1"/>
          </p:cNvSpPr>
          <p:nvPr>
            <p:ph type="title"/>
          </p:nvPr>
        </p:nvSpPr>
        <p:spPr>
          <a:xfrm>
            <a:off x="1034142" y="670094"/>
            <a:ext cx="10134601" cy="924808"/>
          </a:xfrm>
        </p:spPr>
        <p:txBody>
          <a:bodyPr lIns="0">
            <a:normAutofit/>
          </a:bodyPr>
          <a:lstStyle>
            <a:lvl1pPr algn="ct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10" name="Straight Connector 9">
            <a:extLst>
              <a:ext uri="{FF2B5EF4-FFF2-40B4-BE49-F238E27FC236}">
                <a16:creationId xmlns:a16="http://schemas.microsoft.com/office/drawing/2014/main" id="{C7C8CFDC-095C-4312-A01D-7430D1FEAA6F}"/>
              </a:ext>
            </a:extLst>
          </p:cNvPr>
          <p:cNvCxnSpPr>
            <a:cxnSpLocks/>
          </p:cNvCxnSpPr>
          <p:nvPr userDrawn="1"/>
        </p:nvCxnSpPr>
        <p:spPr>
          <a:xfrm>
            <a:off x="6096000" y="2603500"/>
            <a:ext cx="0" cy="42545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6DE385DE-9334-4CED-AD7E-F63A320B0512}"/>
              </a:ext>
            </a:extLst>
          </p:cNvPr>
          <p:cNvSpPr/>
          <p:nvPr userDrawn="1"/>
        </p:nvSpPr>
        <p:spPr>
          <a:xfrm>
            <a:off x="0" y="2324100"/>
            <a:ext cx="12192000" cy="633411"/>
          </a:xfrm>
          <a:prstGeom prst="rect">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211839B3-0E6A-4750-8862-3A55B0FEF98F}"/>
              </a:ext>
            </a:extLst>
          </p:cNvPr>
          <p:cNvSpPr>
            <a:spLocks noGrp="1"/>
          </p:cNvSpPr>
          <p:nvPr>
            <p:ph type="body" idx="13"/>
          </p:nvPr>
        </p:nvSpPr>
        <p:spPr>
          <a:xfrm>
            <a:off x="838201" y="2413000"/>
            <a:ext cx="4114795" cy="493710"/>
          </a:xfrm>
        </p:spPr>
        <p:txBody>
          <a:bodyPr anchor="ctr">
            <a:normAutofit/>
          </a:bodyPr>
          <a:lstStyle>
            <a:lvl1pPr marL="0" indent="0" algn="ctr">
              <a:buNone/>
              <a:defRPr lang="en-US" sz="1800" kern="1200" cap="all" baseline="0" dirty="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2">
            <a:extLst>
              <a:ext uri="{FF2B5EF4-FFF2-40B4-BE49-F238E27FC236}">
                <a16:creationId xmlns:a16="http://schemas.microsoft.com/office/drawing/2014/main" id="{E72DA832-BD58-447B-A20E-EA3A7F4EAFF0}"/>
              </a:ext>
            </a:extLst>
          </p:cNvPr>
          <p:cNvSpPr>
            <a:spLocks noGrp="1"/>
          </p:cNvSpPr>
          <p:nvPr>
            <p:ph type="body" idx="14"/>
          </p:nvPr>
        </p:nvSpPr>
        <p:spPr>
          <a:xfrm>
            <a:off x="7239003" y="2413000"/>
            <a:ext cx="4114797" cy="493710"/>
          </a:xfrm>
        </p:spPr>
        <p:txBody>
          <a:bodyPr anchor="ctr">
            <a:normAutofit/>
          </a:bodyPr>
          <a:lstStyle>
            <a:lvl1pPr marL="0" indent="0" algn="ctr">
              <a:buNone/>
              <a:defRPr lang="en-US" sz="1800" kern="1200" cap="all" baseline="0" dirty="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Footer Placeholder 7">
            <a:extLst>
              <a:ext uri="{FF2B5EF4-FFF2-40B4-BE49-F238E27FC236}">
                <a16:creationId xmlns:a16="http://schemas.microsoft.com/office/drawing/2014/main" id="{64EBCEB5-BD23-4BD0-BB31-DF6A631D5996}"/>
              </a:ext>
            </a:extLst>
          </p:cNvPr>
          <p:cNvSpPr>
            <a:spLocks noGrp="1"/>
          </p:cNvSpPr>
          <p:nvPr>
            <p:ph type="ftr" sz="quarter" idx="11"/>
          </p:nvPr>
        </p:nvSpPr>
        <p:spPr>
          <a:xfrm>
            <a:off x="7239002" y="6356350"/>
            <a:ext cx="3038469" cy="365125"/>
          </a:xfrm>
        </p:spPr>
        <p:txBody>
          <a:bodyPr/>
          <a:lstStyle>
            <a:lvl1pPr algn="l">
              <a:defRPr/>
            </a:lvl1pPr>
          </a:lstStyle>
          <a:p>
            <a:r>
              <a:rPr lang="en-US"/>
              <a:t>Pitch deck</a:t>
            </a:r>
          </a:p>
        </p:txBody>
      </p:sp>
    </p:spTree>
    <p:extLst>
      <p:ext uri="{BB962C8B-B14F-4D97-AF65-F5344CB8AC3E}">
        <p14:creationId xmlns:p14="http://schemas.microsoft.com/office/powerpoint/2010/main" val="3348445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caling">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8157335" y="1822008"/>
            <a:ext cx="3295186"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8157335" y="2167484"/>
            <a:ext cx="3294437"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endParaRPr lang="en-US"/>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a:p>
        </p:txBody>
      </p:sp>
      <p:sp>
        <p:nvSpPr>
          <p:cNvPr id="20" name="Text Placeholder 15">
            <a:extLst>
              <a:ext uri="{FF2B5EF4-FFF2-40B4-BE49-F238E27FC236}">
                <a16:creationId xmlns:a16="http://schemas.microsoft.com/office/drawing/2014/main" id="{E6C37A20-957D-4B0B-AC33-7DD21D99A658}"/>
              </a:ext>
            </a:extLst>
          </p:cNvPr>
          <p:cNvSpPr>
            <a:spLocks noGrp="1"/>
          </p:cNvSpPr>
          <p:nvPr>
            <p:ph type="body" sz="quarter" idx="23" hasCustomPrompt="1"/>
          </p:nvPr>
        </p:nvSpPr>
        <p:spPr>
          <a:xfrm>
            <a:off x="7080795" y="3339988"/>
            <a:ext cx="3295186"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1" name="Text Placeholder 18">
            <a:extLst>
              <a:ext uri="{FF2B5EF4-FFF2-40B4-BE49-F238E27FC236}">
                <a16:creationId xmlns:a16="http://schemas.microsoft.com/office/drawing/2014/main" id="{D9C3D27C-5291-4A1A-83AC-B52D25F43D57}"/>
              </a:ext>
            </a:extLst>
          </p:cNvPr>
          <p:cNvSpPr>
            <a:spLocks noGrp="1"/>
          </p:cNvSpPr>
          <p:nvPr>
            <p:ph type="body" sz="quarter" idx="24" hasCustomPrompt="1"/>
          </p:nvPr>
        </p:nvSpPr>
        <p:spPr>
          <a:xfrm>
            <a:off x="7080795" y="3685464"/>
            <a:ext cx="3294437"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4" name="Text Placeholder 15">
            <a:extLst>
              <a:ext uri="{FF2B5EF4-FFF2-40B4-BE49-F238E27FC236}">
                <a16:creationId xmlns:a16="http://schemas.microsoft.com/office/drawing/2014/main" id="{BD09685A-53BF-4E9B-BD7F-C77B60165D24}"/>
              </a:ext>
            </a:extLst>
          </p:cNvPr>
          <p:cNvSpPr>
            <a:spLocks noGrp="1"/>
          </p:cNvSpPr>
          <p:nvPr>
            <p:ph type="body" sz="quarter" idx="25" hasCustomPrompt="1"/>
          </p:nvPr>
        </p:nvSpPr>
        <p:spPr>
          <a:xfrm>
            <a:off x="6231710" y="4857968"/>
            <a:ext cx="3295186"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2B757B2D-A738-401D-A78C-05475608F20A}"/>
              </a:ext>
            </a:extLst>
          </p:cNvPr>
          <p:cNvSpPr>
            <a:spLocks noGrp="1"/>
          </p:cNvSpPr>
          <p:nvPr>
            <p:ph type="body" sz="quarter" idx="26" hasCustomPrompt="1"/>
          </p:nvPr>
        </p:nvSpPr>
        <p:spPr>
          <a:xfrm>
            <a:off x="6231710" y="5203444"/>
            <a:ext cx="3294437"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cxnSp>
        <p:nvCxnSpPr>
          <p:cNvPr id="7" name="Straight Arrow Connector 6">
            <a:extLst>
              <a:ext uri="{FF2B5EF4-FFF2-40B4-BE49-F238E27FC236}">
                <a16:creationId xmlns:a16="http://schemas.microsoft.com/office/drawing/2014/main" id="{274844B5-3E4A-4209-AD6C-31EB9B57D62E}"/>
              </a:ext>
            </a:extLst>
          </p:cNvPr>
          <p:cNvCxnSpPr>
            <a:cxnSpLocks/>
          </p:cNvCxnSpPr>
          <p:nvPr userDrawn="1"/>
        </p:nvCxnSpPr>
        <p:spPr>
          <a:xfrm flipV="1">
            <a:off x="4369950" y="805543"/>
            <a:ext cx="3648352" cy="6052189"/>
          </a:xfrm>
          <a:prstGeom prst="straightConnector1">
            <a:avLst/>
          </a:prstGeom>
          <a:ln w="19050">
            <a:tailEnd type="arrow" w="lg" len="lg"/>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1519057B-4248-4880-A89E-5DCBBB157285}"/>
              </a:ext>
            </a:extLst>
          </p:cNvPr>
          <p:cNvSpPr>
            <a:spLocks noGrp="1"/>
          </p:cNvSpPr>
          <p:nvPr>
            <p:ph type="title"/>
          </p:nvPr>
        </p:nvSpPr>
        <p:spPr>
          <a:xfrm>
            <a:off x="1034142" y="1110286"/>
            <a:ext cx="10319657"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Tree>
    <p:extLst>
      <p:ext uri="{BB962C8B-B14F-4D97-AF65-F5344CB8AC3E}">
        <p14:creationId xmlns:p14="http://schemas.microsoft.com/office/powerpoint/2010/main" val="1976011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B7A5A-4225-417D-92C6-1C9A16E37C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24F48E-4E21-421F-A044-1D5C607BF7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C70E23-CF91-4792-9B98-182E6804BB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5A2875-2896-4182-BA30-FB502AC9806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B9BA8EE-BF3B-4E61-9241-4BC605B36525}"/>
              </a:ext>
            </a:extLst>
          </p:cNvPr>
          <p:cNvSpPr>
            <a:spLocks noGrp="1"/>
          </p:cNvSpPr>
          <p:nvPr>
            <p:ph type="ftr" sz="quarter" idx="11"/>
          </p:nvPr>
        </p:nvSpPr>
        <p:spPr/>
        <p:txBody>
          <a:bodyPr/>
          <a:lstStyle/>
          <a:p>
            <a:r>
              <a:rPr lang="en-US"/>
              <a:t>Pitch deck</a:t>
            </a:r>
          </a:p>
        </p:txBody>
      </p:sp>
      <p:sp>
        <p:nvSpPr>
          <p:cNvPr id="7" name="Slide Number Placeholder 6">
            <a:extLst>
              <a:ext uri="{FF2B5EF4-FFF2-40B4-BE49-F238E27FC236}">
                <a16:creationId xmlns:a16="http://schemas.microsoft.com/office/drawing/2014/main" id="{6F72769E-89D2-4868-B2CF-A0759A62CD34}"/>
              </a:ext>
            </a:extLst>
          </p:cNvPr>
          <p:cNvSpPr>
            <a:spLocks noGrp="1"/>
          </p:cNvSpPr>
          <p:nvPr>
            <p:ph type="sldNum" sz="quarter" idx="12"/>
          </p:nvPr>
        </p:nvSpPr>
        <p:spPr/>
        <p:txBody>
          <a:bodyPr/>
          <a:lstStyle/>
          <a:p>
            <a:fld id="{9FF96520-E4CE-4EAD-8ABF-1D2297D6B3AA}" type="slidenum">
              <a:rPr lang="en-US" smtClean="0"/>
              <a:t>‹#›</a:t>
            </a:fld>
            <a:endParaRPr lang="en-US"/>
          </a:p>
        </p:txBody>
      </p:sp>
    </p:spTree>
    <p:extLst>
      <p:ext uri="{BB962C8B-B14F-4D97-AF65-F5344CB8AC3E}">
        <p14:creationId xmlns:p14="http://schemas.microsoft.com/office/powerpoint/2010/main" val="76340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11C53D-85FC-41D8-9A69-F4734072CC48}"/>
              </a:ext>
            </a:extLst>
          </p:cNvPr>
          <p:cNvSpPr>
            <a:spLocks noGrp="1"/>
          </p:cNvSpPr>
          <p:nvPr>
            <p:ph type="body" idx="1"/>
          </p:nvPr>
        </p:nvSpPr>
        <p:spPr>
          <a:xfrm>
            <a:off x="1034142" y="2046288"/>
            <a:ext cx="5544458" cy="823912"/>
          </a:xfrm>
        </p:spPr>
        <p:txBody>
          <a:bodyPr anchor="b">
            <a:normAutofit/>
          </a:bodyPr>
          <a:lstStyle>
            <a:lvl1pPr marL="0" indent="0">
              <a:buNone/>
              <a:defRPr lang="en-US" sz="1800" kern="1200" cap="all" baseline="0" dirty="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7446CE-03E2-409B-B8EF-7C188C1E68CD}"/>
              </a:ext>
            </a:extLst>
          </p:cNvPr>
          <p:cNvSpPr>
            <a:spLocks noGrp="1"/>
          </p:cNvSpPr>
          <p:nvPr>
            <p:ph sz="half" idx="2"/>
          </p:nvPr>
        </p:nvSpPr>
        <p:spPr>
          <a:xfrm>
            <a:off x="1034142" y="3162300"/>
            <a:ext cx="5544458" cy="302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F4FC59-2ADF-4A3F-BBF9-07FF022209A3}"/>
              </a:ext>
            </a:extLst>
          </p:cNvPr>
          <p:cNvSpPr>
            <a:spLocks noGrp="1"/>
          </p:cNvSpPr>
          <p:nvPr>
            <p:ph type="body" sz="quarter" idx="3"/>
          </p:nvPr>
        </p:nvSpPr>
        <p:spPr>
          <a:xfrm>
            <a:off x="7240588" y="2046288"/>
            <a:ext cx="4114800" cy="823912"/>
          </a:xfrm>
        </p:spPr>
        <p:txBody>
          <a:bodyPr anchor="b">
            <a:normAutofit/>
          </a:bodyPr>
          <a:lstStyle>
            <a:lvl1pPr marL="0" indent="0">
              <a:buNone/>
              <a:defRPr lang="en-US" sz="1800" kern="1200" cap="all" baseline="0" dirty="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6" name="Content Placeholder 5">
            <a:extLst>
              <a:ext uri="{FF2B5EF4-FFF2-40B4-BE49-F238E27FC236}">
                <a16:creationId xmlns:a16="http://schemas.microsoft.com/office/drawing/2014/main" id="{447F889E-7C42-4396-AEE8-7B337AFAF1E4}"/>
              </a:ext>
            </a:extLst>
          </p:cNvPr>
          <p:cNvSpPr>
            <a:spLocks noGrp="1"/>
          </p:cNvSpPr>
          <p:nvPr>
            <p:ph sz="quarter" idx="4"/>
          </p:nvPr>
        </p:nvSpPr>
        <p:spPr>
          <a:xfrm>
            <a:off x="7240588" y="3162300"/>
            <a:ext cx="4114800" cy="302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3D57D1-26E8-4CE2-AAA6-482AA55FCF3C}"/>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BC24918E-7FEA-4406-B5C4-9CA22363D48D}"/>
              </a:ext>
            </a:extLst>
          </p:cNvPr>
          <p:cNvSpPr>
            <a:spLocks noGrp="1"/>
          </p:cNvSpPr>
          <p:nvPr>
            <p:ph type="ftr" sz="quarter" idx="11"/>
          </p:nvPr>
        </p:nvSpPr>
        <p:spPr/>
        <p:txBody>
          <a:bodyPr/>
          <a:lstStyle/>
          <a:p>
            <a:r>
              <a:rPr lang="en-US"/>
              <a:t>Pitch deck</a:t>
            </a:r>
          </a:p>
        </p:txBody>
      </p:sp>
      <p:sp>
        <p:nvSpPr>
          <p:cNvPr id="9" name="Slide Number Placeholder 8">
            <a:extLst>
              <a:ext uri="{FF2B5EF4-FFF2-40B4-BE49-F238E27FC236}">
                <a16:creationId xmlns:a16="http://schemas.microsoft.com/office/drawing/2014/main" id="{6015B8D0-7EB3-42DC-AD4D-51B34268A066}"/>
              </a:ext>
            </a:extLst>
          </p:cNvPr>
          <p:cNvSpPr>
            <a:spLocks noGrp="1"/>
          </p:cNvSpPr>
          <p:nvPr>
            <p:ph type="sldNum" sz="quarter" idx="12"/>
          </p:nvPr>
        </p:nvSpPr>
        <p:spPr/>
        <p:txBody>
          <a:bodyPr/>
          <a:lstStyle/>
          <a:p>
            <a:fld id="{9FF96520-E4CE-4EAD-8ABF-1D2297D6B3AA}" type="slidenum">
              <a:rPr lang="en-US" smtClean="0"/>
              <a:t>‹#›</a:t>
            </a:fld>
            <a:endParaRPr lang="en-US"/>
          </a:p>
        </p:txBody>
      </p:sp>
      <p:sp>
        <p:nvSpPr>
          <p:cNvPr id="11" name="Title 1">
            <a:extLst>
              <a:ext uri="{FF2B5EF4-FFF2-40B4-BE49-F238E27FC236}">
                <a16:creationId xmlns:a16="http://schemas.microsoft.com/office/drawing/2014/main" id="{2FF7DCBA-487E-4B33-BB90-0DADF952CACF}"/>
              </a:ext>
            </a:extLst>
          </p:cNvPr>
          <p:cNvSpPr>
            <a:spLocks noGrp="1"/>
          </p:cNvSpPr>
          <p:nvPr>
            <p:ph type="title"/>
          </p:nvPr>
        </p:nvSpPr>
        <p:spPr>
          <a:xfrm>
            <a:off x="1034142" y="1110286"/>
            <a:ext cx="10319657"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12" name="Straight Connector 11">
            <a:extLst>
              <a:ext uri="{FF2B5EF4-FFF2-40B4-BE49-F238E27FC236}">
                <a16:creationId xmlns:a16="http://schemas.microsoft.com/office/drawing/2014/main" id="{5679E440-088D-4C5E-AE96-53292A60A147}"/>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12513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72EF9B-97B0-4909-B1C8-B680035F9DC5}"/>
              </a:ext>
            </a:extLst>
          </p:cNvPr>
          <p:cNvSpPr>
            <a:spLocks noGrp="1"/>
          </p:cNvSpPr>
          <p:nvPr>
            <p:ph idx="1"/>
          </p:nvPr>
        </p:nvSpPr>
        <p:spPr>
          <a:xfrm>
            <a:off x="1034142" y="1850572"/>
            <a:ext cx="10134601" cy="4093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881D0-A955-463B-814E-4977DB443F8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0B6947-085B-4130-82A4-5D464A42F85F}"/>
              </a:ext>
            </a:extLst>
          </p:cNvPr>
          <p:cNvSpPr>
            <a:spLocks noGrp="1"/>
          </p:cNvSpPr>
          <p:nvPr>
            <p:ph type="ftr" sz="quarter" idx="11"/>
          </p:nvPr>
        </p:nvSpPr>
        <p:spPr/>
        <p:txBody>
          <a:bodyPr/>
          <a:lstStyle/>
          <a:p>
            <a:r>
              <a:rPr lang="en-US"/>
              <a:t>Pitch deck</a:t>
            </a:r>
          </a:p>
        </p:txBody>
      </p:sp>
      <p:sp>
        <p:nvSpPr>
          <p:cNvPr id="6" name="Slide Number Placeholder 5">
            <a:extLst>
              <a:ext uri="{FF2B5EF4-FFF2-40B4-BE49-F238E27FC236}">
                <a16:creationId xmlns:a16="http://schemas.microsoft.com/office/drawing/2014/main" id="{ABD21287-635C-42C2-8343-AB4B83FB3B76}"/>
              </a:ext>
            </a:extLst>
          </p:cNvPr>
          <p:cNvSpPr>
            <a:spLocks noGrp="1"/>
          </p:cNvSpPr>
          <p:nvPr>
            <p:ph type="sldNum" sz="quarter" idx="12"/>
          </p:nvPr>
        </p:nvSpPr>
        <p:spPr/>
        <p:txBody>
          <a:bodyPr/>
          <a:lstStyle/>
          <a:p>
            <a:fld id="{9FF96520-E4CE-4EAD-8ABF-1D2297D6B3AA}" type="slidenum">
              <a:rPr lang="en-US" smtClean="0"/>
              <a:t>‹#›</a:t>
            </a:fld>
            <a:endParaRPr lang="en-US"/>
          </a:p>
        </p:txBody>
      </p:sp>
      <p:sp>
        <p:nvSpPr>
          <p:cNvPr id="8" name="Title 1">
            <a:extLst>
              <a:ext uri="{FF2B5EF4-FFF2-40B4-BE49-F238E27FC236}">
                <a16:creationId xmlns:a16="http://schemas.microsoft.com/office/drawing/2014/main" id="{7CA22921-D059-426E-8623-0C4322D58F73}"/>
              </a:ext>
            </a:extLst>
          </p:cNvPr>
          <p:cNvSpPr>
            <a:spLocks noGrp="1"/>
          </p:cNvSpPr>
          <p:nvPr>
            <p:ph type="title"/>
          </p:nvPr>
        </p:nvSpPr>
        <p:spPr>
          <a:xfrm>
            <a:off x="1034142" y="670094"/>
            <a:ext cx="10134601"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Tree>
    <p:extLst>
      <p:ext uri="{BB962C8B-B14F-4D97-AF65-F5344CB8AC3E}">
        <p14:creationId xmlns:p14="http://schemas.microsoft.com/office/powerpoint/2010/main" val="2416206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 4 up">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7B19AA7-3B63-43B8-BE54-6F7F01B26251}"/>
              </a:ext>
            </a:extLst>
          </p:cNvPr>
          <p:cNvSpPr>
            <a:spLocks noGrp="1"/>
          </p:cNvSpPr>
          <p:nvPr>
            <p:ph type="pic" sz="quarter" idx="16"/>
          </p:nvPr>
        </p:nvSpPr>
        <p:spPr>
          <a:xfrm>
            <a:off x="8804817" y="2233881"/>
            <a:ext cx="3387182" cy="2390238"/>
          </a:xfrm>
          <a:custGeom>
            <a:avLst/>
            <a:gdLst>
              <a:gd name="connsiteX0" fmla="*/ 1033243 w 3387182"/>
              <a:gd name="connsiteY0" fmla="*/ 0 h 2390238"/>
              <a:gd name="connsiteX1" fmla="*/ 3387182 w 3387182"/>
              <a:gd name="connsiteY1" fmla="*/ 0 h 2390238"/>
              <a:gd name="connsiteX2" fmla="*/ 3378264 w 3387182"/>
              <a:gd name="connsiteY2" fmla="*/ 2390238 h 2390238"/>
              <a:gd name="connsiteX3" fmla="*/ 0 w 3387182"/>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387182" h="2390238">
                <a:moveTo>
                  <a:pt x="1033243" y="0"/>
                </a:moveTo>
                <a:lnTo>
                  <a:pt x="3387182" y="0"/>
                </a:lnTo>
                <a:lnTo>
                  <a:pt x="3378264" y="2390238"/>
                </a:lnTo>
                <a:lnTo>
                  <a:pt x="0" y="2390238"/>
                </a:lnTo>
                <a:close/>
              </a:path>
            </a:pathLst>
          </a:custGeom>
        </p:spPr>
        <p:txBody>
          <a:bodyPr wrap="square" anchor="ctr">
            <a:noAutofit/>
          </a:bodyPr>
          <a:lstStyle>
            <a:lvl1pPr marL="0" indent="0" algn="ctr">
              <a:buNone/>
              <a:defRPr sz="1400"/>
            </a:lvl1pPr>
          </a:lstStyle>
          <a:p>
            <a:r>
              <a:rPr lang="en-US"/>
              <a:t>Click icon to add picture</a:t>
            </a:r>
          </a:p>
        </p:txBody>
      </p:sp>
      <p:sp>
        <p:nvSpPr>
          <p:cNvPr id="21" name="Picture Placeholder 20">
            <a:extLst>
              <a:ext uri="{FF2B5EF4-FFF2-40B4-BE49-F238E27FC236}">
                <a16:creationId xmlns:a16="http://schemas.microsoft.com/office/drawing/2014/main" id="{1B55057A-5AE4-4EAE-8E1E-189462BF3155}"/>
              </a:ext>
            </a:extLst>
          </p:cNvPr>
          <p:cNvSpPr>
            <a:spLocks noGrp="1"/>
          </p:cNvSpPr>
          <p:nvPr>
            <p:ph type="pic" sz="quarter" idx="15"/>
          </p:nvPr>
        </p:nvSpPr>
        <p:spPr>
          <a:xfrm>
            <a:off x="5690016" y="2233881"/>
            <a:ext cx="3917851" cy="2390238"/>
          </a:xfrm>
          <a:custGeom>
            <a:avLst/>
            <a:gdLst>
              <a:gd name="connsiteX0" fmla="*/ 1033243 w 3917851"/>
              <a:gd name="connsiteY0" fmla="*/ 0 h 2390238"/>
              <a:gd name="connsiteX1" fmla="*/ 3917851 w 3917851"/>
              <a:gd name="connsiteY1" fmla="*/ 0 h 2390238"/>
              <a:gd name="connsiteX2" fmla="*/ 2884608 w 3917851"/>
              <a:gd name="connsiteY2" fmla="*/ 2390238 h 2390238"/>
              <a:gd name="connsiteX3" fmla="*/ 0 w 3917851"/>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917851" h="2390238">
                <a:moveTo>
                  <a:pt x="1033243" y="0"/>
                </a:moveTo>
                <a:lnTo>
                  <a:pt x="3917851" y="0"/>
                </a:lnTo>
                <a:lnTo>
                  <a:pt x="2884608" y="2390238"/>
                </a:lnTo>
                <a:lnTo>
                  <a:pt x="0" y="2390238"/>
                </a:lnTo>
                <a:close/>
              </a:path>
            </a:pathLst>
          </a:custGeom>
        </p:spPr>
        <p:txBody>
          <a:bodyPr wrap="square" anchor="ctr">
            <a:noAutofit/>
          </a:bodyPr>
          <a:lstStyle>
            <a:lvl1pPr marL="0" indent="0" algn="ctr">
              <a:buNone/>
              <a:defRPr sz="1400"/>
            </a:lvl1pPr>
          </a:lstStyle>
          <a:p>
            <a:r>
              <a:rPr lang="en-US"/>
              <a:t>Click icon to add picture</a:t>
            </a:r>
          </a:p>
        </p:txBody>
      </p:sp>
      <p:sp>
        <p:nvSpPr>
          <p:cNvPr id="17" name="Picture Placeholder 16">
            <a:extLst>
              <a:ext uri="{FF2B5EF4-FFF2-40B4-BE49-F238E27FC236}">
                <a16:creationId xmlns:a16="http://schemas.microsoft.com/office/drawing/2014/main" id="{A4433358-37F4-4631-87BD-71A4E90A4CD6}"/>
              </a:ext>
            </a:extLst>
          </p:cNvPr>
          <p:cNvSpPr>
            <a:spLocks noGrp="1"/>
          </p:cNvSpPr>
          <p:nvPr>
            <p:ph type="pic" sz="quarter" idx="14"/>
          </p:nvPr>
        </p:nvSpPr>
        <p:spPr>
          <a:xfrm>
            <a:off x="2575215" y="2233881"/>
            <a:ext cx="3917851" cy="2390238"/>
          </a:xfrm>
          <a:custGeom>
            <a:avLst/>
            <a:gdLst>
              <a:gd name="connsiteX0" fmla="*/ 1033243 w 3917851"/>
              <a:gd name="connsiteY0" fmla="*/ 0 h 2390238"/>
              <a:gd name="connsiteX1" fmla="*/ 3917851 w 3917851"/>
              <a:gd name="connsiteY1" fmla="*/ 0 h 2390238"/>
              <a:gd name="connsiteX2" fmla="*/ 2884608 w 3917851"/>
              <a:gd name="connsiteY2" fmla="*/ 2390238 h 2390238"/>
              <a:gd name="connsiteX3" fmla="*/ 0 w 3917851"/>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917851" h="2390238">
                <a:moveTo>
                  <a:pt x="1033243" y="0"/>
                </a:moveTo>
                <a:lnTo>
                  <a:pt x="3917851" y="0"/>
                </a:lnTo>
                <a:lnTo>
                  <a:pt x="2884608" y="2390238"/>
                </a:lnTo>
                <a:lnTo>
                  <a:pt x="0" y="2390238"/>
                </a:lnTo>
                <a:close/>
              </a:path>
            </a:pathLst>
          </a:custGeom>
        </p:spPr>
        <p:txBody>
          <a:bodyPr wrap="square" anchor="ctr">
            <a:noAutofit/>
          </a:bodyPr>
          <a:lstStyle>
            <a:lvl1pPr marL="0" indent="0" algn="ctr">
              <a:buNone/>
              <a:defRPr sz="1400"/>
            </a:lvl1pPr>
          </a:lstStyle>
          <a:p>
            <a:r>
              <a:rPr lang="en-US"/>
              <a:t>Click icon to add picture</a:t>
            </a:r>
          </a:p>
        </p:txBody>
      </p:sp>
      <p:sp>
        <p:nvSpPr>
          <p:cNvPr id="14" name="Picture Placeholder 13">
            <a:extLst>
              <a:ext uri="{FF2B5EF4-FFF2-40B4-BE49-F238E27FC236}">
                <a16:creationId xmlns:a16="http://schemas.microsoft.com/office/drawing/2014/main" id="{A663A4BE-7DD2-4FAC-B36C-6A1DAB074082}"/>
              </a:ext>
            </a:extLst>
          </p:cNvPr>
          <p:cNvSpPr>
            <a:spLocks noGrp="1"/>
          </p:cNvSpPr>
          <p:nvPr>
            <p:ph type="pic" sz="quarter" idx="13"/>
          </p:nvPr>
        </p:nvSpPr>
        <p:spPr>
          <a:xfrm>
            <a:off x="0" y="2233881"/>
            <a:ext cx="3378263" cy="2390238"/>
          </a:xfrm>
          <a:custGeom>
            <a:avLst/>
            <a:gdLst>
              <a:gd name="connsiteX0" fmla="*/ 0 w 3378263"/>
              <a:gd name="connsiteY0" fmla="*/ 0 h 2390238"/>
              <a:gd name="connsiteX1" fmla="*/ 3378263 w 3378263"/>
              <a:gd name="connsiteY1" fmla="*/ 0 h 2390238"/>
              <a:gd name="connsiteX2" fmla="*/ 2345020 w 3378263"/>
              <a:gd name="connsiteY2" fmla="*/ 2390238 h 2390238"/>
              <a:gd name="connsiteX3" fmla="*/ 0 w 3378263"/>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378263" h="2390238">
                <a:moveTo>
                  <a:pt x="0" y="0"/>
                </a:moveTo>
                <a:lnTo>
                  <a:pt x="3378263" y="0"/>
                </a:lnTo>
                <a:lnTo>
                  <a:pt x="2345020" y="2390238"/>
                </a:lnTo>
                <a:lnTo>
                  <a:pt x="0" y="2390238"/>
                </a:lnTo>
                <a:close/>
              </a:path>
            </a:pathLst>
          </a:custGeom>
        </p:spPr>
        <p:txBody>
          <a:bodyPr wrap="square" anchor="ctr">
            <a:noAutofit/>
          </a:bodyPr>
          <a:lstStyle>
            <a:lvl1pPr marL="0" indent="0" algn="ctr">
              <a:buNone/>
              <a:defRPr sz="1400"/>
            </a:lvl1pPr>
          </a:lstStyle>
          <a:p>
            <a:r>
              <a:rPr lang="en-US"/>
              <a:t>Click icon to add picture</a:t>
            </a:r>
          </a:p>
        </p:txBody>
      </p:sp>
      <p:sp>
        <p:nvSpPr>
          <p:cNvPr id="3" name="Date Placeholder 2">
            <a:extLst>
              <a:ext uri="{FF2B5EF4-FFF2-40B4-BE49-F238E27FC236}">
                <a16:creationId xmlns:a16="http://schemas.microsoft.com/office/drawing/2014/main" id="{CEEF1FEE-F11E-4D86-B18A-334DC8379152}"/>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143D405-92C8-41A3-8CA8-EAB7EE6E983D}"/>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8813E559-638A-4105-95C4-0812BAFB7E3E}"/>
              </a:ext>
            </a:extLst>
          </p:cNvPr>
          <p:cNvSpPr>
            <a:spLocks noGrp="1"/>
          </p:cNvSpPr>
          <p:nvPr>
            <p:ph type="sldNum" sz="quarter" idx="12"/>
          </p:nvPr>
        </p:nvSpPr>
        <p:spPr/>
        <p:txBody>
          <a:bodyPr/>
          <a:lstStyle/>
          <a:p>
            <a:fld id="{9FF96520-E4CE-4EAD-8ABF-1D2297D6B3AA}" type="slidenum">
              <a:rPr lang="en-US" smtClean="0"/>
              <a:t>‹#›</a:t>
            </a:fld>
            <a:endParaRPr lang="en-US"/>
          </a:p>
        </p:txBody>
      </p:sp>
      <p:sp>
        <p:nvSpPr>
          <p:cNvPr id="25" name="Title 1">
            <a:extLst>
              <a:ext uri="{FF2B5EF4-FFF2-40B4-BE49-F238E27FC236}">
                <a16:creationId xmlns:a16="http://schemas.microsoft.com/office/drawing/2014/main" id="{0157B5A6-CA34-4D5D-9A70-14D478D55DE0}"/>
              </a:ext>
            </a:extLst>
          </p:cNvPr>
          <p:cNvSpPr>
            <a:spLocks noGrp="1"/>
          </p:cNvSpPr>
          <p:nvPr>
            <p:ph type="title"/>
          </p:nvPr>
        </p:nvSpPr>
        <p:spPr>
          <a:xfrm>
            <a:off x="1034142" y="670094"/>
            <a:ext cx="10134601" cy="924808"/>
          </a:xfrm>
        </p:spPr>
        <p:txBody>
          <a:bodyPr lIns="0">
            <a:normAutofit/>
          </a:bodyPr>
          <a:lstStyle>
            <a:lvl1pPr algn="ct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26" name="Text Placeholder 15">
            <a:extLst>
              <a:ext uri="{FF2B5EF4-FFF2-40B4-BE49-F238E27FC236}">
                <a16:creationId xmlns:a16="http://schemas.microsoft.com/office/drawing/2014/main" id="{CEC8B31E-90EA-47DA-88C8-7210550FECC1}"/>
              </a:ext>
            </a:extLst>
          </p:cNvPr>
          <p:cNvSpPr>
            <a:spLocks noGrp="1"/>
          </p:cNvSpPr>
          <p:nvPr>
            <p:ph type="body" sz="quarter" idx="23" hasCustomPrompt="1"/>
          </p:nvPr>
        </p:nvSpPr>
        <p:spPr>
          <a:xfrm>
            <a:off x="3554933" y="5061424"/>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27" name="Text Placeholder 18">
            <a:extLst>
              <a:ext uri="{FF2B5EF4-FFF2-40B4-BE49-F238E27FC236}">
                <a16:creationId xmlns:a16="http://schemas.microsoft.com/office/drawing/2014/main" id="{0B29C3B6-1467-4DB9-A2AE-6C825488954D}"/>
              </a:ext>
            </a:extLst>
          </p:cNvPr>
          <p:cNvSpPr>
            <a:spLocks noGrp="1"/>
          </p:cNvSpPr>
          <p:nvPr>
            <p:ph type="body" sz="quarter" idx="24" hasCustomPrompt="1"/>
          </p:nvPr>
        </p:nvSpPr>
        <p:spPr>
          <a:xfrm>
            <a:off x="3554932" y="5406900"/>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
        <p:nvSpPr>
          <p:cNvPr id="28" name="Text Placeholder 15">
            <a:extLst>
              <a:ext uri="{FF2B5EF4-FFF2-40B4-BE49-F238E27FC236}">
                <a16:creationId xmlns:a16="http://schemas.microsoft.com/office/drawing/2014/main" id="{C0CAE507-1952-49D5-A01E-F3CEA53FEF39}"/>
              </a:ext>
            </a:extLst>
          </p:cNvPr>
          <p:cNvSpPr>
            <a:spLocks noGrp="1"/>
          </p:cNvSpPr>
          <p:nvPr>
            <p:ph type="body" sz="quarter" idx="25" hasCustomPrompt="1"/>
          </p:nvPr>
        </p:nvSpPr>
        <p:spPr>
          <a:xfrm>
            <a:off x="931476" y="5061424"/>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29" name="Text Placeholder 18">
            <a:extLst>
              <a:ext uri="{FF2B5EF4-FFF2-40B4-BE49-F238E27FC236}">
                <a16:creationId xmlns:a16="http://schemas.microsoft.com/office/drawing/2014/main" id="{BC2F8ABF-1CD3-4283-BBC9-9536E8C0451D}"/>
              </a:ext>
            </a:extLst>
          </p:cNvPr>
          <p:cNvSpPr>
            <a:spLocks noGrp="1"/>
          </p:cNvSpPr>
          <p:nvPr>
            <p:ph type="body" sz="quarter" idx="26" hasCustomPrompt="1"/>
          </p:nvPr>
        </p:nvSpPr>
        <p:spPr>
          <a:xfrm>
            <a:off x="931475" y="5406900"/>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
        <p:nvSpPr>
          <p:cNvPr id="30" name="Text Placeholder 15">
            <a:extLst>
              <a:ext uri="{FF2B5EF4-FFF2-40B4-BE49-F238E27FC236}">
                <a16:creationId xmlns:a16="http://schemas.microsoft.com/office/drawing/2014/main" id="{FE6695F4-4900-48B5-9D68-486774B8D7F5}"/>
              </a:ext>
            </a:extLst>
          </p:cNvPr>
          <p:cNvSpPr>
            <a:spLocks noGrp="1"/>
          </p:cNvSpPr>
          <p:nvPr>
            <p:ph type="body" sz="quarter" idx="27" hasCustomPrompt="1"/>
          </p:nvPr>
        </p:nvSpPr>
        <p:spPr>
          <a:xfrm>
            <a:off x="6177835" y="5061424"/>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31" name="Text Placeholder 18">
            <a:extLst>
              <a:ext uri="{FF2B5EF4-FFF2-40B4-BE49-F238E27FC236}">
                <a16:creationId xmlns:a16="http://schemas.microsoft.com/office/drawing/2014/main" id="{FF214FA8-F7B7-40D8-A97C-52E0B0BDE16A}"/>
              </a:ext>
            </a:extLst>
          </p:cNvPr>
          <p:cNvSpPr>
            <a:spLocks noGrp="1"/>
          </p:cNvSpPr>
          <p:nvPr>
            <p:ph type="body" sz="quarter" idx="28" hasCustomPrompt="1"/>
          </p:nvPr>
        </p:nvSpPr>
        <p:spPr>
          <a:xfrm>
            <a:off x="6177834" y="5406900"/>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
        <p:nvSpPr>
          <p:cNvPr id="32" name="Text Placeholder 15">
            <a:extLst>
              <a:ext uri="{FF2B5EF4-FFF2-40B4-BE49-F238E27FC236}">
                <a16:creationId xmlns:a16="http://schemas.microsoft.com/office/drawing/2014/main" id="{56B0AF9E-C16A-4170-A149-1E47AC0D81C5}"/>
              </a:ext>
            </a:extLst>
          </p:cNvPr>
          <p:cNvSpPr>
            <a:spLocks noGrp="1"/>
          </p:cNvSpPr>
          <p:nvPr>
            <p:ph type="body" sz="quarter" idx="29" hasCustomPrompt="1"/>
          </p:nvPr>
        </p:nvSpPr>
        <p:spPr>
          <a:xfrm>
            <a:off x="8800181" y="5057897"/>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33" name="Text Placeholder 18">
            <a:extLst>
              <a:ext uri="{FF2B5EF4-FFF2-40B4-BE49-F238E27FC236}">
                <a16:creationId xmlns:a16="http://schemas.microsoft.com/office/drawing/2014/main" id="{B1CB5369-F6CE-41B6-ACE8-9FA5781CB428}"/>
              </a:ext>
            </a:extLst>
          </p:cNvPr>
          <p:cNvSpPr>
            <a:spLocks noGrp="1"/>
          </p:cNvSpPr>
          <p:nvPr>
            <p:ph type="body" sz="quarter" idx="30" hasCustomPrompt="1"/>
          </p:nvPr>
        </p:nvSpPr>
        <p:spPr>
          <a:xfrm>
            <a:off x="8800180" y="5403373"/>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Tree>
    <p:extLst>
      <p:ext uri="{BB962C8B-B14F-4D97-AF65-F5344CB8AC3E}">
        <p14:creationId xmlns:p14="http://schemas.microsoft.com/office/powerpoint/2010/main" val="11411511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 8 up">
    <p:spTree>
      <p:nvGrpSpPr>
        <p:cNvPr id="1" name=""/>
        <p:cNvGrpSpPr/>
        <p:nvPr/>
      </p:nvGrpSpPr>
      <p:grpSpPr>
        <a:xfrm>
          <a:off x="0" y="0"/>
          <a:ext cx="0" cy="0"/>
          <a:chOff x="0" y="0"/>
          <a:chExt cx="0" cy="0"/>
        </a:xfrm>
      </p:grpSpPr>
      <p:sp>
        <p:nvSpPr>
          <p:cNvPr id="66" name="Picture Placeholder 65">
            <a:extLst>
              <a:ext uri="{FF2B5EF4-FFF2-40B4-BE49-F238E27FC236}">
                <a16:creationId xmlns:a16="http://schemas.microsoft.com/office/drawing/2014/main" id="{88E0AC7A-AA85-427E-8B83-AEEF229EDA41}"/>
              </a:ext>
            </a:extLst>
          </p:cNvPr>
          <p:cNvSpPr>
            <a:spLocks noGrp="1"/>
          </p:cNvSpPr>
          <p:nvPr>
            <p:ph type="pic" sz="quarter" idx="38"/>
          </p:nvPr>
        </p:nvSpPr>
        <p:spPr>
          <a:xfrm>
            <a:off x="10383802" y="3121794"/>
            <a:ext cx="1808198" cy="1097726"/>
          </a:xfrm>
          <a:custGeom>
            <a:avLst/>
            <a:gdLst>
              <a:gd name="connsiteX0" fmla="*/ 474569 w 1808198"/>
              <a:gd name="connsiteY0" fmla="*/ 0 h 1097726"/>
              <a:gd name="connsiteX1" fmla="*/ 1799279 w 1808198"/>
              <a:gd name="connsiteY1" fmla="*/ 0 h 1097726"/>
              <a:gd name="connsiteX2" fmla="*/ 1808198 w 1808198"/>
              <a:gd name="connsiteY2" fmla="*/ 1097726 h 1097726"/>
              <a:gd name="connsiteX3" fmla="*/ 0 w 1808198"/>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808198" h="1097726">
                <a:moveTo>
                  <a:pt x="474569" y="0"/>
                </a:moveTo>
                <a:lnTo>
                  <a:pt x="1799279" y="0"/>
                </a:lnTo>
                <a:lnTo>
                  <a:pt x="1808198" y="1097726"/>
                </a:lnTo>
                <a:lnTo>
                  <a:pt x="0" y="1097726"/>
                </a:lnTo>
                <a:close/>
              </a:path>
            </a:pathLst>
          </a:custGeom>
        </p:spPr>
        <p:txBody>
          <a:bodyPr wrap="square" anchor="ctr">
            <a:noAutofit/>
          </a:bodyPr>
          <a:lstStyle>
            <a:lvl1pPr marL="0" indent="0" algn="ctr">
              <a:buNone/>
              <a:defRPr sz="1050"/>
            </a:lvl1pPr>
          </a:lstStyle>
          <a:p>
            <a:r>
              <a:rPr lang="en-US"/>
              <a:t>Click icon to add picture</a:t>
            </a:r>
          </a:p>
        </p:txBody>
      </p:sp>
      <p:sp>
        <p:nvSpPr>
          <p:cNvPr id="63" name="Picture Placeholder 62">
            <a:extLst>
              <a:ext uri="{FF2B5EF4-FFF2-40B4-BE49-F238E27FC236}">
                <a16:creationId xmlns:a16="http://schemas.microsoft.com/office/drawing/2014/main" id="{E6437AD1-FE22-40AE-8BB8-8B8B9C5770F8}"/>
              </a:ext>
            </a:extLst>
          </p:cNvPr>
          <p:cNvSpPr>
            <a:spLocks noGrp="1"/>
          </p:cNvSpPr>
          <p:nvPr>
            <p:ph type="pic" sz="quarter" idx="37"/>
          </p:nvPr>
        </p:nvSpPr>
        <p:spPr>
          <a:xfrm>
            <a:off x="8900427" y="3121794"/>
            <a:ext cx="1799279" cy="1097726"/>
          </a:xfrm>
          <a:custGeom>
            <a:avLst/>
            <a:gdLst>
              <a:gd name="connsiteX0" fmla="*/ 474480 w 1799279"/>
              <a:gd name="connsiteY0" fmla="*/ 0 h 1097726"/>
              <a:gd name="connsiteX1" fmla="*/ 1799279 w 1799279"/>
              <a:gd name="connsiteY1" fmla="*/ 0 h 1097726"/>
              <a:gd name="connsiteX2" fmla="*/ 1324709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474480" y="0"/>
                </a:moveTo>
                <a:lnTo>
                  <a:pt x="1799279" y="0"/>
                </a:lnTo>
                <a:lnTo>
                  <a:pt x="1324709" y="1097726"/>
                </a:lnTo>
                <a:lnTo>
                  <a:pt x="0" y="1097726"/>
                </a:lnTo>
                <a:close/>
              </a:path>
            </a:pathLst>
          </a:custGeom>
        </p:spPr>
        <p:txBody>
          <a:bodyPr wrap="square" anchor="ctr">
            <a:noAutofit/>
          </a:bodyPr>
          <a:lstStyle>
            <a:lvl1pPr marL="0" indent="0" algn="ctr">
              <a:buNone/>
              <a:defRPr sz="1050"/>
            </a:lvl1pPr>
          </a:lstStyle>
          <a:p>
            <a:r>
              <a:rPr lang="en-US"/>
              <a:t>Click icon to add picture</a:t>
            </a:r>
          </a:p>
        </p:txBody>
      </p:sp>
      <p:sp>
        <p:nvSpPr>
          <p:cNvPr id="60" name="Picture Placeholder 59">
            <a:extLst>
              <a:ext uri="{FF2B5EF4-FFF2-40B4-BE49-F238E27FC236}">
                <a16:creationId xmlns:a16="http://schemas.microsoft.com/office/drawing/2014/main" id="{97978D8E-FCD0-4E7C-BD0B-F2F47BA1B2D5}"/>
              </a:ext>
            </a:extLst>
          </p:cNvPr>
          <p:cNvSpPr>
            <a:spLocks noGrp="1"/>
          </p:cNvSpPr>
          <p:nvPr>
            <p:ph type="pic" sz="quarter" idx="36"/>
          </p:nvPr>
        </p:nvSpPr>
        <p:spPr>
          <a:xfrm>
            <a:off x="7416963" y="3121794"/>
            <a:ext cx="1799279" cy="1097726"/>
          </a:xfrm>
          <a:custGeom>
            <a:avLst/>
            <a:gdLst>
              <a:gd name="connsiteX0" fmla="*/ 474570 w 1799279"/>
              <a:gd name="connsiteY0" fmla="*/ 0 h 1097726"/>
              <a:gd name="connsiteX1" fmla="*/ 1799279 w 1799279"/>
              <a:gd name="connsiteY1" fmla="*/ 0 h 1097726"/>
              <a:gd name="connsiteX2" fmla="*/ 1324799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474570" y="0"/>
                </a:moveTo>
                <a:lnTo>
                  <a:pt x="1799279" y="0"/>
                </a:lnTo>
                <a:lnTo>
                  <a:pt x="1324799" y="1097726"/>
                </a:lnTo>
                <a:lnTo>
                  <a:pt x="0" y="1097726"/>
                </a:lnTo>
                <a:close/>
              </a:path>
            </a:pathLst>
          </a:custGeom>
        </p:spPr>
        <p:txBody>
          <a:bodyPr wrap="square" anchor="ctr">
            <a:noAutofit/>
          </a:bodyPr>
          <a:lstStyle>
            <a:lvl1pPr marL="0" indent="0" algn="ctr">
              <a:buNone/>
              <a:defRPr sz="1050"/>
            </a:lvl1pPr>
          </a:lstStyle>
          <a:p>
            <a:r>
              <a:rPr lang="en-US"/>
              <a:t>Click icon to add picture</a:t>
            </a:r>
          </a:p>
        </p:txBody>
      </p:sp>
      <p:sp>
        <p:nvSpPr>
          <p:cNvPr id="55" name="Picture Placeholder 54">
            <a:extLst>
              <a:ext uri="{FF2B5EF4-FFF2-40B4-BE49-F238E27FC236}">
                <a16:creationId xmlns:a16="http://schemas.microsoft.com/office/drawing/2014/main" id="{83197EDA-7F24-4C0A-B859-34173E066FC8}"/>
              </a:ext>
            </a:extLst>
          </p:cNvPr>
          <p:cNvSpPr>
            <a:spLocks noGrp="1"/>
          </p:cNvSpPr>
          <p:nvPr>
            <p:ph type="pic" sz="quarter" idx="35"/>
          </p:nvPr>
        </p:nvSpPr>
        <p:spPr>
          <a:xfrm>
            <a:off x="5933589" y="3121794"/>
            <a:ext cx="1799125" cy="1097726"/>
          </a:xfrm>
          <a:custGeom>
            <a:avLst/>
            <a:gdLst>
              <a:gd name="connsiteX0" fmla="*/ 474570 w 1799125"/>
              <a:gd name="connsiteY0" fmla="*/ 0 h 1097726"/>
              <a:gd name="connsiteX1" fmla="*/ 1799125 w 1799125"/>
              <a:gd name="connsiteY1" fmla="*/ 0 h 1097726"/>
              <a:gd name="connsiteX2" fmla="*/ 1799125 w 1799125"/>
              <a:gd name="connsiteY2" fmla="*/ 356 h 1097726"/>
              <a:gd name="connsiteX3" fmla="*/ 1324799 w 1799125"/>
              <a:gd name="connsiteY3" fmla="*/ 1097726 h 1097726"/>
              <a:gd name="connsiteX4" fmla="*/ 0 w 1799125"/>
              <a:gd name="connsiteY4" fmla="*/ 1097726 h 10977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9125" h="1097726">
                <a:moveTo>
                  <a:pt x="474570" y="0"/>
                </a:moveTo>
                <a:lnTo>
                  <a:pt x="1799125" y="0"/>
                </a:lnTo>
                <a:lnTo>
                  <a:pt x="1799125" y="356"/>
                </a:lnTo>
                <a:lnTo>
                  <a:pt x="1324799" y="1097726"/>
                </a:lnTo>
                <a:lnTo>
                  <a:pt x="0" y="1097726"/>
                </a:lnTo>
                <a:close/>
              </a:path>
            </a:pathLst>
          </a:custGeom>
        </p:spPr>
        <p:txBody>
          <a:bodyPr wrap="square" anchor="ctr">
            <a:noAutofit/>
          </a:bodyPr>
          <a:lstStyle>
            <a:lvl1pPr marL="0" indent="0" algn="ctr">
              <a:buNone/>
              <a:defRPr sz="1050"/>
            </a:lvl1pPr>
          </a:lstStyle>
          <a:p>
            <a:r>
              <a:rPr lang="en-US"/>
              <a:t>Click icon to add picture</a:t>
            </a:r>
          </a:p>
        </p:txBody>
      </p:sp>
      <p:sp>
        <p:nvSpPr>
          <p:cNvPr id="52" name="Picture Placeholder 51">
            <a:extLst>
              <a:ext uri="{FF2B5EF4-FFF2-40B4-BE49-F238E27FC236}">
                <a16:creationId xmlns:a16="http://schemas.microsoft.com/office/drawing/2014/main" id="{D5CFC424-FDBC-4BD5-B5FB-E2C7B5DE6006}"/>
              </a:ext>
            </a:extLst>
          </p:cNvPr>
          <p:cNvSpPr>
            <a:spLocks noGrp="1"/>
          </p:cNvSpPr>
          <p:nvPr>
            <p:ph type="pic" sz="quarter" idx="34"/>
          </p:nvPr>
        </p:nvSpPr>
        <p:spPr>
          <a:xfrm>
            <a:off x="4450214" y="3121794"/>
            <a:ext cx="1799279" cy="1097726"/>
          </a:xfrm>
          <a:custGeom>
            <a:avLst/>
            <a:gdLst>
              <a:gd name="connsiteX0" fmla="*/ 474480 w 1799279"/>
              <a:gd name="connsiteY0" fmla="*/ 0 h 1097726"/>
              <a:gd name="connsiteX1" fmla="*/ 1799279 w 1799279"/>
              <a:gd name="connsiteY1" fmla="*/ 0 h 1097726"/>
              <a:gd name="connsiteX2" fmla="*/ 1324709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474480" y="0"/>
                </a:moveTo>
                <a:lnTo>
                  <a:pt x="1799279" y="0"/>
                </a:lnTo>
                <a:lnTo>
                  <a:pt x="1324709" y="1097726"/>
                </a:lnTo>
                <a:lnTo>
                  <a:pt x="0" y="1097726"/>
                </a:lnTo>
                <a:close/>
              </a:path>
            </a:pathLst>
          </a:custGeom>
        </p:spPr>
        <p:txBody>
          <a:bodyPr wrap="square" anchor="ctr">
            <a:noAutofit/>
          </a:bodyPr>
          <a:lstStyle>
            <a:lvl1pPr marL="0" indent="0" algn="ctr">
              <a:buNone/>
              <a:defRPr sz="1050"/>
            </a:lvl1pPr>
          </a:lstStyle>
          <a:p>
            <a:r>
              <a:rPr lang="en-US"/>
              <a:t>Click icon to add picture</a:t>
            </a:r>
          </a:p>
        </p:txBody>
      </p:sp>
      <p:sp>
        <p:nvSpPr>
          <p:cNvPr id="49" name="Picture Placeholder 48">
            <a:extLst>
              <a:ext uri="{FF2B5EF4-FFF2-40B4-BE49-F238E27FC236}">
                <a16:creationId xmlns:a16="http://schemas.microsoft.com/office/drawing/2014/main" id="{B2475369-85E0-474D-9454-6911B2BB54D5}"/>
              </a:ext>
            </a:extLst>
          </p:cNvPr>
          <p:cNvSpPr>
            <a:spLocks noGrp="1"/>
          </p:cNvSpPr>
          <p:nvPr>
            <p:ph type="pic" sz="quarter" idx="33"/>
          </p:nvPr>
        </p:nvSpPr>
        <p:spPr>
          <a:xfrm>
            <a:off x="2966838" y="3121794"/>
            <a:ext cx="1799279" cy="1097726"/>
          </a:xfrm>
          <a:custGeom>
            <a:avLst/>
            <a:gdLst>
              <a:gd name="connsiteX0" fmla="*/ 474480 w 1799279"/>
              <a:gd name="connsiteY0" fmla="*/ 0 h 1097726"/>
              <a:gd name="connsiteX1" fmla="*/ 1799279 w 1799279"/>
              <a:gd name="connsiteY1" fmla="*/ 0 h 1097726"/>
              <a:gd name="connsiteX2" fmla="*/ 1324709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474480" y="0"/>
                </a:moveTo>
                <a:lnTo>
                  <a:pt x="1799279" y="0"/>
                </a:lnTo>
                <a:lnTo>
                  <a:pt x="1324709" y="1097726"/>
                </a:lnTo>
                <a:lnTo>
                  <a:pt x="0" y="1097726"/>
                </a:lnTo>
                <a:close/>
              </a:path>
            </a:pathLst>
          </a:custGeom>
        </p:spPr>
        <p:txBody>
          <a:bodyPr wrap="square" anchor="ctr">
            <a:noAutofit/>
          </a:bodyPr>
          <a:lstStyle>
            <a:lvl1pPr marL="0" indent="0" algn="ctr">
              <a:buNone/>
              <a:defRPr sz="1050"/>
            </a:lvl1pPr>
          </a:lstStyle>
          <a:p>
            <a:r>
              <a:rPr lang="en-US"/>
              <a:t>Click icon to add picture</a:t>
            </a:r>
          </a:p>
        </p:txBody>
      </p:sp>
      <p:sp>
        <p:nvSpPr>
          <p:cNvPr id="46" name="Picture Placeholder 45">
            <a:extLst>
              <a:ext uri="{FF2B5EF4-FFF2-40B4-BE49-F238E27FC236}">
                <a16:creationId xmlns:a16="http://schemas.microsoft.com/office/drawing/2014/main" id="{9231E13B-CD8C-48FC-A6DB-E87F08B46287}"/>
              </a:ext>
            </a:extLst>
          </p:cNvPr>
          <p:cNvSpPr>
            <a:spLocks noGrp="1"/>
          </p:cNvSpPr>
          <p:nvPr>
            <p:ph type="pic" sz="quarter" idx="32"/>
          </p:nvPr>
        </p:nvSpPr>
        <p:spPr>
          <a:xfrm>
            <a:off x="1483375" y="3121794"/>
            <a:ext cx="1799279" cy="1097726"/>
          </a:xfrm>
          <a:custGeom>
            <a:avLst/>
            <a:gdLst>
              <a:gd name="connsiteX0" fmla="*/ 474569 w 1799279"/>
              <a:gd name="connsiteY0" fmla="*/ 0 h 1097726"/>
              <a:gd name="connsiteX1" fmla="*/ 1799279 w 1799279"/>
              <a:gd name="connsiteY1" fmla="*/ 0 h 1097726"/>
              <a:gd name="connsiteX2" fmla="*/ 1324798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474569" y="0"/>
                </a:moveTo>
                <a:lnTo>
                  <a:pt x="1799279" y="0"/>
                </a:lnTo>
                <a:lnTo>
                  <a:pt x="1324798" y="1097726"/>
                </a:lnTo>
                <a:lnTo>
                  <a:pt x="0" y="1097726"/>
                </a:lnTo>
                <a:close/>
              </a:path>
            </a:pathLst>
          </a:custGeom>
        </p:spPr>
        <p:txBody>
          <a:bodyPr wrap="square" anchor="ctr">
            <a:noAutofit/>
          </a:bodyPr>
          <a:lstStyle>
            <a:lvl1pPr marL="0" indent="0" algn="ctr">
              <a:buNone/>
              <a:defRPr sz="1050"/>
            </a:lvl1pPr>
          </a:lstStyle>
          <a:p>
            <a:r>
              <a:rPr lang="en-US"/>
              <a:t>Click icon to add picture</a:t>
            </a:r>
          </a:p>
        </p:txBody>
      </p:sp>
      <p:sp>
        <p:nvSpPr>
          <p:cNvPr id="43" name="Picture Placeholder 42">
            <a:extLst>
              <a:ext uri="{FF2B5EF4-FFF2-40B4-BE49-F238E27FC236}">
                <a16:creationId xmlns:a16="http://schemas.microsoft.com/office/drawing/2014/main" id="{9A7D62AC-CCFA-44C3-98ED-F750B562B964}"/>
              </a:ext>
            </a:extLst>
          </p:cNvPr>
          <p:cNvSpPr>
            <a:spLocks noGrp="1"/>
          </p:cNvSpPr>
          <p:nvPr>
            <p:ph type="pic" sz="quarter" idx="31"/>
          </p:nvPr>
        </p:nvSpPr>
        <p:spPr>
          <a:xfrm>
            <a:off x="1" y="3121794"/>
            <a:ext cx="1799279" cy="1097726"/>
          </a:xfrm>
          <a:custGeom>
            <a:avLst/>
            <a:gdLst>
              <a:gd name="connsiteX0" fmla="*/ 0 w 1799279"/>
              <a:gd name="connsiteY0" fmla="*/ 0 h 1097726"/>
              <a:gd name="connsiteX1" fmla="*/ 1799279 w 1799279"/>
              <a:gd name="connsiteY1" fmla="*/ 0 h 1097726"/>
              <a:gd name="connsiteX2" fmla="*/ 1324709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0" y="0"/>
                </a:moveTo>
                <a:lnTo>
                  <a:pt x="1799279" y="0"/>
                </a:lnTo>
                <a:lnTo>
                  <a:pt x="1324709" y="1097726"/>
                </a:lnTo>
                <a:lnTo>
                  <a:pt x="0" y="1097726"/>
                </a:lnTo>
                <a:close/>
              </a:path>
            </a:pathLst>
          </a:custGeom>
        </p:spPr>
        <p:txBody>
          <a:bodyPr wrap="square" anchor="ctr">
            <a:noAutofit/>
          </a:bodyPr>
          <a:lstStyle>
            <a:lvl1pPr marL="0" indent="0" algn="ctr">
              <a:buNone/>
              <a:defRPr sz="1050"/>
            </a:lvl1pPr>
          </a:lstStyle>
          <a:p>
            <a:r>
              <a:rPr lang="en-US"/>
              <a:t>Click icon to add picture</a:t>
            </a:r>
          </a:p>
        </p:txBody>
      </p:sp>
      <p:sp>
        <p:nvSpPr>
          <p:cNvPr id="3" name="Date Placeholder 2">
            <a:extLst>
              <a:ext uri="{FF2B5EF4-FFF2-40B4-BE49-F238E27FC236}">
                <a16:creationId xmlns:a16="http://schemas.microsoft.com/office/drawing/2014/main" id="{CEEF1FEE-F11E-4D86-B18A-334DC8379152}"/>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143D405-92C8-41A3-8CA8-EAB7EE6E983D}"/>
              </a:ext>
            </a:extLst>
          </p:cNvPr>
          <p:cNvSpPr>
            <a:spLocks noGrp="1"/>
          </p:cNvSpPr>
          <p:nvPr>
            <p:ph type="ftr" sz="quarter" idx="11"/>
          </p:nvPr>
        </p:nvSpPr>
        <p:spPr/>
        <p:txBody>
          <a:bodyPr/>
          <a:lstStyle/>
          <a:p>
            <a:r>
              <a:rPr lang="en-US"/>
              <a:t>Pitch deck</a:t>
            </a:r>
          </a:p>
        </p:txBody>
      </p:sp>
      <p:sp>
        <p:nvSpPr>
          <p:cNvPr id="5" name="Slide Number Placeholder 4">
            <a:extLst>
              <a:ext uri="{FF2B5EF4-FFF2-40B4-BE49-F238E27FC236}">
                <a16:creationId xmlns:a16="http://schemas.microsoft.com/office/drawing/2014/main" id="{8813E559-638A-4105-95C4-0812BAFB7E3E}"/>
              </a:ext>
            </a:extLst>
          </p:cNvPr>
          <p:cNvSpPr>
            <a:spLocks noGrp="1"/>
          </p:cNvSpPr>
          <p:nvPr>
            <p:ph type="sldNum" sz="quarter" idx="12"/>
          </p:nvPr>
        </p:nvSpPr>
        <p:spPr/>
        <p:txBody>
          <a:bodyPr/>
          <a:lstStyle/>
          <a:p>
            <a:fld id="{9FF96520-E4CE-4EAD-8ABF-1D2297D6B3AA}" type="slidenum">
              <a:rPr lang="en-US" smtClean="0"/>
              <a:t>‹#›</a:t>
            </a:fld>
            <a:endParaRPr lang="en-US"/>
          </a:p>
        </p:txBody>
      </p:sp>
      <p:sp>
        <p:nvSpPr>
          <p:cNvPr id="25" name="Title 1">
            <a:extLst>
              <a:ext uri="{FF2B5EF4-FFF2-40B4-BE49-F238E27FC236}">
                <a16:creationId xmlns:a16="http://schemas.microsoft.com/office/drawing/2014/main" id="{0157B5A6-CA34-4D5D-9A70-14D478D55DE0}"/>
              </a:ext>
            </a:extLst>
          </p:cNvPr>
          <p:cNvSpPr>
            <a:spLocks noGrp="1"/>
          </p:cNvSpPr>
          <p:nvPr>
            <p:ph type="title"/>
          </p:nvPr>
        </p:nvSpPr>
        <p:spPr>
          <a:xfrm>
            <a:off x="1034142" y="670094"/>
            <a:ext cx="10134601" cy="924808"/>
          </a:xfrm>
        </p:spPr>
        <p:txBody>
          <a:bodyPr lIns="0">
            <a:normAutofit/>
          </a:bodyPr>
          <a:lstStyle>
            <a:lvl1pPr algn="ct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28" name="Text Placeholder 15">
            <a:extLst>
              <a:ext uri="{FF2B5EF4-FFF2-40B4-BE49-F238E27FC236}">
                <a16:creationId xmlns:a16="http://schemas.microsoft.com/office/drawing/2014/main" id="{C0CAE507-1952-49D5-A01E-F3CEA53FEF39}"/>
              </a:ext>
            </a:extLst>
          </p:cNvPr>
          <p:cNvSpPr>
            <a:spLocks noGrp="1"/>
          </p:cNvSpPr>
          <p:nvPr>
            <p:ph type="body" sz="quarter" idx="25" hasCustomPrompt="1"/>
          </p:nvPr>
        </p:nvSpPr>
        <p:spPr>
          <a:xfrm>
            <a:off x="0" y="2325820"/>
            <a:ext cx="1799279"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29" name="Text Placeholder 18">
            <a:extLst>
              <a:ext uri="{FF2B5EF4-FFF2-40B4-BE49-F238E27FC236}">
                <a16:creationId xmlns:a16="http://schemas.microsoft.com/office/drawing/2014/main" id="{BC2F8ABF-1CD3-4283-BBC9-9536E8C0451D}"/>
              </a:ext>
            </a:extLst>
          </p:cNvPr>
          <p:cNvSpPr>
            <a:spLocks noGrp="1"/>
          </p:cNvSpPr>
          <p:nvPr>
            <p:ph type="body" sz="quarter" idx="26" hasCustomPrompt="1"/>
          </p:nvPr>
        </p:nvSpPr>
        <p:spPr>
          <a:xfrm>
            <a:off x="409" y="2586626"/>
            <a:ext cx="1798870"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67" name="Text Placeholder 15">
            <a:extLst>
              <a:ext uri="{FF2B5EF4-FFF2-40B4-BE49-F238E27FC236}">
                <a16:creationId xmlns:a16="http://schemas.microsoft.com/office/drawing/2014/main" id="{F3625817-ADC5-402C-BF70-E72E180EA94F}"/>
              </a:ext>
            </a:extLst>
          </p:cNvPr>
          <p:cNvSpPr>
            <a:spLocks noGrp="1"/>
          </p:cNvSpPr>
          <p:nvPr>
            <p:ph type="body" sz="quarter" idx="39" hasCustomPrompt="1"/>
          </p:nvPr>
        </p:nvSpPr>
        <p:spPr>
          <a:xfrm>
            <a:off x="3429000" y="2325820"/>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68" name="Text Placeholder 18">
            <a:extLst>
              <a:ext uri="{FF2B5EF4-FFF2-40B4-BE49-F238E27FC236}">
                <a16:creationId xmlns:a16="http://schemas.microsoft.com/office/drawing/2014/main" id="{1CD742BF-928E-4F96-A707-0762F7415A8F}"/>
              </a:ext>
            </a:extLst>
          </p:cNvPr>
          <p:cNvSpPr>
            <a:spLocks noGrp="1"/>
          </p:cNvSpPr>
          <p:nvPr>
            <p:ph type="body" sz="quarter" idx="40" hasCustomPrompt="1"/>
          </p:nvPr>
        </p:nvSpPr>
        <p:spPr>
          <a:xfrm>
            <a:off x="3429005" y="2586626"/>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69" name="Text Placeholder 15">
            <a:extLst>
              <a:ext uri="{FF2B5EF4-FFF2-40B4-BE49-F238E27FC236}">
                <a16:creationId xmlns:a16="http://schemas.microsoft.com/office/drawing/2014/main" id="{F63CF451-68B6-4006-B393-3926AD5577FC}"/>
              </a:ext>
            </a:extLst>
          </p:cNvPr>
          <p:cNvSpPr>
            <a:spLocks noGrp="1"/>
          </p:cNvSpPr>
          <p:nvPr>
            <p:ph type="body" sz="quarter" idx="41" hasCustomPrompt="1"/>
          </p:nvPr>
        </p:nvSpPr>
        <p:spPr>
          <a:xfrm>
            <a:off x="6395597" y="2325820"/>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70" name="Text Placeholder 18">
            <a:extLst>
              <a:ext uri="{FF2B5EF4-FFF2-40B4-BE49-F238E27FC236}">
                <a16:creationId xmlns:a16="http://schemas.microsoft.com/office/drawing/2014/main" id="{0812886F-184C-40A8-A729-8B4B49268797}"/>
              </a:ext>
            </a:extLst>
          </p:cNvPr>
          <p:cNvSpPr>
            <a:spLocks noGrp="1"/>
          </p:cNvSpPr>
          <p:nvPr>
            <p:ph type="body" sz="quarter" idx="42" hasCustomPrompt="1"/>
          </p:nvPr>
        </p:nvSpPr>
        <p:spPr>
          <a:xfrm>
            <a:off x="6395602" y="2586626"/>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71" name="Text Placeholder 15">
            <a:extLst>
              <a:ext uri="{FF2B5EF4-FFF2-40B4-BE49-F238E27FC236}">
                <a16:creationId xmlns:a16="http://schemas.microsoft.com/office/drawing/2014/main" id="{227745AB-F0A1-4D69-B3E7-1E05EC5A83C9}"/>
              </a:ext>
            </a:extLst>
          </p:cNvPr>
          <p:cNvSpPr>
            <a:spLocks noGrp="1"/>
          </p:cNvSpPr>
          <p:nvPr>
            <p:ph type="body" sz="quarter" idx="43" hasCustomPrompt="1"/>
          </p:nvPr>
        </p:nvSpPr>
        <p:spPr>
          <a:xfrm>
            <a:off x="9371508" y="2325820"/>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72" name="Text Placeholder 18">
            <a:extLst>
              <a:ext uri="{FF2B5EF4-FFF2-40B4-BE49-F238E27FC236}">
                <a16:creationId xmlns:a16="http://schemas.microsoft.com/office/drawing/2014/main" id="{FA1D1660-FDA5-41B8-9EE3-ADA0E15F0CD7}"/>
              </a:ext>
            </a:extLst>
          </p:cNvPr>
          <p:cNvSpPr>
            <a:spLocks noGrp="1"/>
          </p:cNvSpPr>
          <p:nvPr>
            <p:ph type="body" sz="quarter" idx="44" hasCustomPrompt="1"/>
          </p:nvPr>
        </p:nvSpPr>
        <p:spPr>
          <a:xfrm>
            <a:off x="9371513" y="2586626"/>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73" name="Text Placeholder 15">
            <a:extLst>
              <a:ext uri="{FF2B5EF4-FFF2-40B4-BE49-F238E27FC236}">
                <a16:creationId xmlns:a16="http://schemas.microsoft.com/office/drawing/2014/main" id="{40B672B5-5EF2-428E-8952-03BB5F47FB44}"/>
              </a:ext>
            </a:extLst>
          </p:cNvPr>
          <p:cNvSpPr>
            <a:spLocks noGrp="1"/>
          </p:cNvSpPr>
          <p:nvPr>
            <p:ph type="body" sz="quarter" idx="45" hasCustomPrompt="1"/>
          </p:nvPr>
        </p:nvSpPr>
        <p:spPr>
          <a:xfrm>
            <a:off x="1483375" y="4507480"/>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74" name="Text Placeholder 18">
            <a:extLst>
              <a:ext uri="{FF2B5EF4-FFF2-40B4-BE49-F238E27FC236}">
                <a16:creationId xmlns:a16="http://schemas.microsoft.com/office/drawing/2014/main" id="{AAB3392A-4B63-483C-B97B-A962BA72959A}"/>
              </a:ext>
            </a:extLst>
          </p:cNvPr>
          <p:cNvSpPr>
            <a:spLocks noGrp="1"/>
          </p:cNvSpPr>
          <p:nvPr>
            <p:ph type="body" sz="quarter" idx="46" hasCustomPrompt="1"/>
          </p:nvPr>
        </p:nvSpPr>
        <p:spPr>
          <a:xfrm>
            <a:off x="1483380" y="4768286"/>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75" name="Text Placeholder 15">
            <a:extLst>
              <a:ext uri="{FF2B5EF4-FFF2-40B4-BE49-F238E27FC236}">
                <a16:creationId xmlns:a16="http://schemas.microsoft.com/office/drawing/2014/main" id="{52F154E0-81D0-4ED7-81F5-F2A41F6EE2EA}"/>
              </a:ext>
            </a:extLst>
          </p:cNvPr>
          <p:cNvSpPr>
            <a:spLocks noGrp="1"/>
          </p:cNvSpPr>
          <p:nvPr>
            <p:ph type="body" sz="quarter" idx="47" hasCustomPrompt="1"/>
          </p:nvPr>
        </p:nvSpPr>
        <p:spPr>
          <a:xfrm>
            <a:off x="4457493" y="4507480"/>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76" name="Text Placeholder 18">
            <a:extLst>
              <a:ext uri="{FF2B5EF4-FFF2-40B4-BE49-F238E27FC236}">
                <a16:creationId xmlns:a16="http://schemas.microsoft.com/office/drawing/2014/main" id="{D57D2666-5AA0-4552-8434-DE134549DA05}"/>
              </a:ext>
            </a:extLst>
          </p:cNvPr>
          <p:cNvSpPr>
            <a:spLocks noGrp="1"/>
          </p:cNvSpPr>
          <p:nvPr>
            <p:ph type="body" sz="quarter" idx="48" hasCustomPrompt="1"/>
          </p:nvPr>
        </p:nvSpPr>
        <p:spPr>
          <a:xfrm>
            <a:off x="4457498" y="4768286"/>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77" name="Text Placeholder 15">
            <a:extLst>
              <a:ext uri="{FF2B5EF4-FFF2-40B4-BE49-F238E27FC236}">
                <a16:creationId xmlns:a16="http://schemas.microsoft.com/office/drawing/2014/main" id="{7E6E0780-44C2-48C7-99F2-E711D9BFA855}"/>
              </a:ext>
            </a:extLst>
          </p:cNvPr>
          <p:cNvSpPr>
            <a:spLocks noGrp="1"/>
          </p:cNvSpPr>
          <p:nvPr>
            <p:ph type="body" sz="quarter" idx="49" hasCustomPrompt="1"/>
          </p:nvPr>
        </p:nvSpPr>
        <p:spPr>
          <a:xfrm>
            <a:off x="7416963" y="4502202"/>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78" name="Text Placeholder 18">
            <a:extLst>
              <a:ext uri="{FF2B5EF4-FFF2-40B4-BE49-F238E27FC236}">
                <a16:creationId xmlns:a16="http://schemas.microsoft.com/office/drawing/2014/main" id="{41A5DBDC-E19D-4B74-863C-D63A78E49380}"/>
              </a:ext>
            </a:extLst>
          </p:cNvPr>
          <p:cNvSpPr>
            <a:spLocks noGrp="1"/>
          </p:cNvSpPr>
          <p:nvPr>
            <p:ph type="body" sz="quarter" idx="50" hasCustomPrompt="1"/>
          </p:nvPr>
        </p:nvSpPr>
        <p:spPr>
          <a:xfrm>
            <a:off x="7416968" y="4763008"/>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79" name="Text Placeholder 15">
            <a:extLst>
              <a:ext uri="{FF2B5EF4-FFF2-40B4-BE49-F238E27FC236}">
                <a16:creationId xmlns:a16="http://schemas.microsoft.com/office/drawing/2014/main" id="{EEFB1377-2783-49F1-A131-38F4B63B90C4}"/>
              </a:ext>
            </a:extLst>
          </p:cNvPr>
          <p:cNvSpPr>
            <a:spLocks noGrp="1"/>
          </p:cNvSpPr>
          <p:nvPr>
            <p:ph type="body" sz="quarter" idx="51" hasCustomPrompt="1"/>
          </p:nvPr>
        </p:nvSpPr>
        <p:spPr>
          <a:xfrm>
            <a:off x="10376433" y="4527297"/>
            <a:ext cx="1799279"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80" name="Text Placeholder 18">
            <a:extLst>
              <a:ext uri="{FF2B5EF4-FFF2-40B4-BE49-F238E27FC236}">
                <a16:creationId xmlns:a16="http://schemas.microsoft.com/office/drawing/2014/main" id="{C188F315-95C8-490A-AB31-6B6D7A7A5357}"/>
              </a:ext>
            </a:extLst>
          </p:cNvPr>
          <p:cNvSpPr>
            <a:spLocks noGrp="1"/>
          </p:cNvSpPr>
          <p:nvPr>
            <p:ph type="body" sz="quarter" idx="52" hasCustomPrompt="1"/>
          </p:nvPr>
        </p:nvSpPr>
        <p:spPr>
          <a:xfrm>
            <a:off x="10376438" y="4788103"/>
            <a:ext cx="1798870"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Tree>
    <p:extLst>
      <p:ext uri="{BB962C8B-B14F-4D97-AF65-F5344CB8AC3E}">
        <p14:creationId xmlns:p14="http://schemas.microsoft.com/office/powerpoint/2010/main" val="10519082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column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6B45A-9FA0-4D2A-8BEF-4709BD5C14CA}"/>
              </a:ext>
            </a:extLst>
          </p:cNvPr>
          <p:cNvSpPr>
            <a:spLocks noGrp="1"/>
          </p:cNvSpPr>
          <p:nvPr>
            <p:ph type="title"/>
          </p:nvPr>
        </p:nvSpPr>
        <p:spPr>
          <a:xfrm>
            <a:off x="1034142" y="1110286"/>
            <a:ext cx="10515600"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endParaRPr lang="en-US"/>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a:p>
        </p:txBody>
      </p:sp>
      <p:cxnSp>
        <p:nvCxnSpPr>
          <p:cNvPr id="7" name="Straight Connector 6">
            <a:extLst>
              <a:ext uri="{FF2B5EF4-FFF2-40B4-BE49-F238E27FC236}">
                <a16:creationId xmlns:a16="http://schemas.microsoft.com/office/drawing/2014/main" id="{F87A579D-F737-4350-8205-BCA37BAFE1AB}"/>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ext Placeholder 2">
            <a:extLst>
              <a:ext uri="{FF2B5EF4-FFF2-40B4-BE49-F238E27FC236}">
                <a16:creationId xmlns:a16="http://schemas.microsoft.com/office/drawing/2014/main" id="{3135F811-46C6-4574-99D7-6B90FE873BDF}"/>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1" name="Content Placeholder 3">
            <a:extLst>
              <a:ext uri="{FF2B5EF4-FFF2-40B4-BE49-F238E27FC236}">
                <a16:creationId xmlns:a16="http://schemas.microsoft.com/office/drawing/2014/main" id="{AB03F056-6BD3-4D1E-B794-6796E05CC4CF}"/>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2" name="Text Placeholder 4">
            <a:extLst>
              <a:ext uri="{FF2B5EF4-FFF2-40B4-BE49-F238E27FC236}">
                <a16:creationId xmlns:a16="http://schemas.microsoft.com/office/drawing/2014/main" id="{DD442E15-02E7-470A-B455-1641DC03E513}"/>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Content Placeholder 5">
            <a:extLst>
              <a:ext uri="{FF2B5EF4-FFF2-40B4-BE49-F238E27FC236}">
                <a16:creationId xmlns:a16="http://schemas.microsoft.com/office/drawing/2014/main" id="{7AB804A3-DDE8-4F7C-AA96-94BD898660F1}"/>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Text Placeholder 2">
            <a:extLst>
              <a:ext uri="{FF2B5EF4-FFF2-40B4-BE49-F238E27FC236}">
                <a16:creationId xmlns:a16="http://schemas.microsoft.com/office/drawing/2014/main" id="{41D76E21-775F-4F86-8F17-E8258055D6DE}"/>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5" name="Content Placeholder 3">
            <a:extLst>
              <a:ext uri="{FF2B5EF4-FFF2-40B4-BE49-F238E27FC236}">
                <a16:creationId xmlns:a16="http://schemas.microsoft.com/office/drawing/2014/main" id="{290EB005-534F-4E5E-81D4-3795AF32C8FB}"/>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Text Placeholder 2">
            <a:extLst>
              <a:ext uri="{FF2B5EF4-FFF2-40B4-BE49-F238E27FC236}">
                <a16:creationId xmlns:a16="http://schemas.microsoft.com/office/drawing/2014/main" id="{4DDA664B-9E00-41E2-903A-87130EEDB2DF}"/>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7" name="Content Placeholder 3">
            <a:extLst>
              <a:ext uri="{FF2B5EF4-FFF2-40B4-BE49-F238E27FC236}">
                <a16:creationId xmlns:a16="http://schemas.microsoft.com/office/drawing/2014/main" id="{F38183B6-48F8-4715-8596-BFC77AFE9243}"/>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8" name="Text Placeholder 2">
            <a:extLst>
              <a:ext uri="{FF2B5EF4-FFF2-40B4-BE49-F238E27FC236}">
                <a16:creationId xmlns:a16="http://schemas.microsoft.com/office/drawing/2014/main" id="{0C6D44CB-DAE7-40C8-B7B5-3AC0F92E224A}"/>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0" name="Text Placeholder 2">
            <a:extLst>
              <a:ext uri="{FF2B5EF4-FFF2-40B4-BE49-F238E27FC236}">
                <a16:creationId xmlns:a16="http://schemas.microsoft.com/office/drawing/2014/main" id="{D388CB94-B0AB-4513-9265-432FA36890D7}"/>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5" name="Text Placeholder 2">
            <a:extLst>
              <a:ext uri="{FF2B5EF4-FFF2-40B4-BE49-F238E27FC236}">
                <a16:creationId xmlns:a16="http://schemas.microsoft.com/office/drawing/2014/main" id="{82DB4D40-3550-49E6-AF64-41E7E499F45D}"/>
              </a:ext>
            </a:extLst>
          </p:cNvPr>
          <p:cNvSpPr>
            <a:spLocks noGrp="1"/>
          </p:cNvSpPr>
          <p:nvPr>
            <p:ph type="body" idx="23" hasCustomPrompt="1"/>
          </p:nvPr>
        </p:nvSpPr>
        <p:spPr>
          <a:xfrm>
            <a:off x="9023074" y="4464454"/>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6" name="Text Placeholder 2">
            <a:extLst>
              <a:ext uri="{FF2B5EF4-FFF2-40B4-BE49-F238E27FC236}">
                <a16:creationId xmlns:a16="http://schemas.microsoft.com/office/drawing/2014/main" id="{F6056747-20EC-4D2B-8AD5-79902BC51847}"/>
              </a:ext>
            </a:extLst>
          </p:cNvPr>
          <p:cNvSpPr>
            <a:spLocks noGrp="1"/>
          </p:cNvSpPr>
          <p:nvPr>
            <p:ph type="body" idx="24" hasCustomPrompt="1"/>
          </p:nvPr>
        </p:nvSpPr>
        <p:spPr>
          <a:xfrm>
            <a:off x="3568700" y="4464453"/>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Tree>
    <p:extLst>
      <p:ext uri="{BB962C8B-B14F-4D97-AF65-F5344CB8AC3E}">
        <p14:creationId xmlns:p14="http://schemas.microsoft.com/office/powerpoint/2010/main" val="14180974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with pic M">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E65E2A4-B306-4415-9D4B-9E9F98B043BB}"/>
              </a:ext>
            </a:extLst>
          </p:cNvPr>
          <p:cNvSpPr>
            <a:spLocks noGrp="1"/>
          </p:cNvSpPr>
          <p:nvPr>
            <p:ph type="pic" sz="quarter" idx="13"/>
          </p:nvPr>
        </p:nvSpPr>
        <p:spPr>
          <a:xfrm>
            <a:off x="0" y="0"/>
            <a:ext cx="6508046" cy="6858000"/>
          </a:xfrm>
          <a:custGeom>
            <a:avLst/>
            <a:gdLst>
              <a:gd name="connsiteX0" fmla="*/ 0 w 6508046"/>
              <a:gd name="connsiteY0" fmla="*/ 0 h 6858000"/>
              <a:gd name="connsiteX1" fmla="*/ 364331 w 6508046"/>
              <a:gd name="connsiteY1" fmla="*/ 0 h 6858000"/>
              <a:gd name="connsiteX2" fmla="*/ 1163270 w 6508046"/>
              <a:gd name="connsiteY2" fmla="*/ 2195274 h 6858000"/>
              <a:gd name="connsiteX3" fmla="*/ 1708696 w 6508046"/>
              <a:gd name="connsiteY3" fmla="*/ 4033986 h 6858000"/>
              <a:gd name="connsiteX4" fmla="*/ 1771025 w 6508046"/>
              <a:gd name="connsiteY4" fmla="*/ 4033986 h 6858000"/>
              <a:gd name="connsiteX5" fmla="*/ 2316450 w 6508046"/>
              <a:gd name="connsiteY5" fmla="*/ 2195274 h 6858000"/>
              <a:gd name="connsiteX6" fmla="*/ 3084403 w 6508046"/>
              <a:gd name="connsiteY6" fmla="*/ 0 h 6858000"/>
              <a:gd name="connsiteX7" fmla="*/ 6508046 w 6508046"/>
              <a:gd name="connsiteY7" fmla="*/ 0 h 6858000"/>
              <a:gd name="connsiteX8" fmla="*/ 6508046 w 6508046"/>
              <a:gd name="connsiteY8" fmla="*/ 6858000 h 6858000"/>
              <a:gd name="connsiteX9" fmla="*/ 4310896 w 6508046"/>
              <a:gd name="connsiteY9" fmla="*/ 6858000 h 6858000"/>
              <a:gd name="connsiteX10" fmla="*/ 4310896 w 6508046"/>
              <a:gd name="connsiteY10" fmla="*/ 4407962 h 6858000"/>
              <a:gd name="connsiteX11" fmla="*/ 4638169 w 6508046"/>
              <a:gd name="connsiteY11" fmla="*/ 683746 h 6858000"/>
              <a:gd name="connsiteX12" fmla="*/ 4575840 w 6508046"/>
              <a:gd name="connsiteY12" fmla="*/ 683746 h 6858000"/>
              <a:gd name="connsiteX13" fmla="*/ 3734395 w 6508046"/>
              <a:gd name="connsiteY13" fmla="*/ 3332738 h 6858000"/>
              <a:gd name="connsiteX14" fmla="*/ 2441823 w 6508046"/>
              <a:gd name="connsiteY14" fmla="*/ 6858000 h 6858000"/>
              <a:gd name="connsiteX15" fmla="*/ 914221 w 6508046"/>
              <a:gd name="connsiteY15" fmla="*/ 6858000 h 6858000"/>
              <a:gd name="connsiteX16" fmla="*/ 0 w 6508046"/>
              <a:gd name="connsiteY16" fmla="*/ 43361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08046" h="6858000">
                <a:moveTo>
                  <a:pt x="0" y="0"/>
                </a:moveTo>
                <a:lnTo>
                  <a:pt x="364331" y="0"/>
                </a:lnTo>
                <a:lnTo>
                  <a:pt x="1163270" y="2195274"/>
                </a:lnTo>
                <a:cubicBezTo>
                  <a:pt x="1350258" y="2787402"/>
                  <a:pt x="1521708" y="3395157"/>
                  <a:pt x="1708696" y="4033986"/>
                </a:cubicBezTo>
                <a:lnTo>
                  <a:pt x="1771025" y="4033986"/>
                </a:lnTo>
                <a:cubicBezTo>
                  <a:pt x="1958013" y="3395067"/>
                  <a:pt x="2113925" y="2787313"/>
                  <a:pt x="2316450" y="2195274"/>
                </a:cubicBezTo>
                <a:lnTo>
                  <a:pt x="3084403" y="0"/>
                </a:lnTo>
                <a:lnTo>
                  <a:pt x="6508046" y="0"/>
                </a:lnTo>
                <a:lnTo>
                  <a:pt x="6508046" y="6858000"/>
                </a:lnTo>
                <a:lnTo>
                  <a:pt x="4310896" y="6858000"/>
                </a:lnTo>
                <a:lnTo>
                  <a:pt x="4310896" y="4407962"/>
                </a:lnTo>
                <a:cubicBezTo>
                  <a:pt x="4310896" y="3410694"/>
                  <a:pt x="4513511" y="1681014"/>
                  <a:pt x="4638169" y="683746"/>
                </a:cubicBezTo>
                <a:lnTo>
                  <a:pt x="4575840" y="683746"/>
                </a:lnTo>
                <a:lnTo>
                  <a:pt x="3734395" y="3332738"/>
                </a:lnTo>
                <a:lnTo>
                  <a:pt x="2441823" y="6858000"/>
                </a:lnTo>
                <a:lnTo>
                  <a:pt x="914221" y="6858000"/>
                </a:lnTo>
                <a:lnTo>
                  <a:pt x="0" y="4336167"/>
                </a:lnTo>
                <a:close/>
              </a:path>
            </a:pathLst>
          </a:custGeom>
        </p:spPr>
        <p:txBody>
          <a:bodyPr wrap="square">
            <a:noAutofit/>
          </a:bodyPr>
          <a:lstStyle/>
          <a:p>
            <a:r>
              <a:rPr lang="en-US"/>
              <a:t>Click icon to add picture</a:t>
            </a:r>
          </a:p>
        </p:txBody>
      </p:sp>
      <p:sp>
        <p:nvSpPr>
          <p:cNvPr id="3" name="Content Placeholder 2">
            <a:extLst>
              <a:ext uri="{FF2B5EF4-FFF2-40B4-BE49-F238E27FC236}">
                <a16:creationId xmlns:a16="http://schemas.microsoft.com/office/drawing/2014/main" id="{D772EF9B-97B0-4909-B1C8-B680035F9DC5}"/>
              </a:ext>
            </a:extLst>
          </p:cNvPr>
          <p:cNvSpPr>
            <a:spLocks noGrp="1"/>
          </p:cNvSpPr>
          <p:nvPr>
            <p:ph idx="1"/>
          </p:nvPr>
        </p:nvSpPr>
        <p:spPr>
          <a:xfrm>
            <a:off x="7260771" y="4136571"/>
            <a:ext cx="3907972" cy="1883230"/>
          </a:xfrm>
        </p:spPr>
        <p:txBody>
          <a:bodyPr lIns="0">
            <a:normAutofit/>
          </a:bodyPr>
          <a:lstStyle>
            <a:lvl1pPr marL="0" indent="0">
              <a:lnSpc>
                <a:spcPct val="150000"/>
              </a:lnSpc>
              <a:buNone/>
              <a:defRPr sz="1200"/>
            </a:lvl1pPr>
          </a:lstStyle>
          <a:p>
            <a:pPr lvl="0"/>
            <a:r>
              <a:rPr lang="en-US"/>
              <a:t>Click to edit Master text styles</a:t>
            </a:r>
          </a:p>
        </p:txBody>
      </p:sp>
      <p:sp>
        <p:nvSpPr>
          <p:cNvPr id="4" name="Date Placeholder 3">
            <a:extLst>
              <a:ext uri="{FF2B5EF4-FFF2-40B4-BE49-F238E27FC236}">
                <a16:creationId xmlns:a16="http://schemas.microsoft.com/office/drawing/2014/main" id="{241881D0-A955-463B-814E-4977DB443F87}"/>
              </a:ext>
            </a:extLst>
          </p:cNvPr>
          <p:cNvSpPr>
            <a:spLocks noGrp="1"/>
          </p:cNvSpPr>
          <p:nvPr>
            <p:ph type="dt" sz="half" idx="10"/>
          </p:nvPr>
        </p:nvSpPr>
        <p:spPr>
          <a:xfrm>
            <a:off x="838200" y="6356350"/>
            <a:ext cx="1643743" cy="365125"/>
          </a:xfrm>
        </p:spPr>
        <p:txBody>
          <a:bodyPr/>
          <a:lstStyle>
            <a:lvl1pPr algn="ctr">
              <a:defRPr>
                <a:solidFill>
                  <a:schemeClr val="tx1"/>
                </a:solidFill>
              </a:defRPr>
            </a:lvl1pPr>
          </a:lstStyle>
          <a:p>
            <a:endParaRPr lang="en-US"/>
          </a:p>
        </p:txBody>
      </p:sp>
      <p:sp>
        <p:nvSpPr>
          <p:cNvPr id="5" name="Footer Placeholder 4">
            <a:extLst>
              <a:ext uri="{FF2B5EF4-FFF2-40B4-BE49-F238E27FC236}">
                <a16:creationId xmlns:a16="http://schemas.microsoft.com/office/drawing/2014/main" id="{660B6947-085B-4130-82A4-5D464A42F85F}"/>
              </a:ext>
            </a:extLst>
          </p:cNvPr>
          <p:cNvSpPr>
            <a:spLocks noGrp="1"/>
          </p:cNvSpPr>
          <p:nvPr>
            <p:ph type="ftr" sz="quarter" idx="11"/>
          </p:nvPr>
        </p:nvSpPr>
        <p:spPr>
          <a:xfrm>
            <a:off x="4332514" y="6356350"/>
            <a:ext cx="2175532" cy="365125"/>
          </a:xfrm>
        </p:spPr>
        <p:txBody>
          <a:bodyPr/>
          <a:lstStyle>
            <a:lvl1pPr>
              <a:defRPr>
                <a:solidFill>
                  <a:schemeClr val="tx1"/>
                </a:solidFill>
              </a:defRPr>
            </a:lvl1pPr>
          </a:lstStyle>
          <a:p>
            <a:r>
              <a:rPr lang="en-US"/>
              <a:t>Pitch deck</a:t>
            </a:r>
          </a:p>
        </p:txBody>
      </p:sp>
      <p:sp>
        <p:nvSpPr>
          <p:cNvPr id="6" name="Slide Number Placeholder 5">
            <a:extLst>
              <a:ext uri="{FF2B5EF4-FFF2-40B4-BE49-F238E27FC236}">
                <a16:creationId xmlns:a16="http://schemas.microsoft.com/office/drawing/2014/main" id="{ABD21287-635C-42C2-8343-AB4B83FB3B76}"/>
              </a:ext>
            </a:extLst>
          </p:cNvPr>
          <p:cNvSpPr>
            <a:spLocks noGrp="1"/>
          </p:cNvSpPr>
          <p:nvPr>
            <p:ph type="sldNum" sz="quarter" idx="12"/>
          </p:nvPr>
        </p:nvSpPr>
        <p:spPr/>
        <p:txBody>
          <a:bodyPr/>
          <a:lstStyle/>
          <a:p>
            <a:fld id="{9FF96520-E4CE-4EAD-8ABF-1D2297D6B3AA}" type="slidenum">
              <a:rPr lang="en-US" smtClean="0"/>
              <a:t>‹#›</a:t>
            </a:fld>
            <a:endParaRPr lang="en-US"/>
          </a:p>
        </p:txBody>
      </p:sp>
      <p:sp>
        <p:nvSpPr>
          <p:cNvPr id="8" name="Title 1">
            <a:extLst>
              <a:ext uri="{FF2B5EF4-FFF2-40B4-BE49-F238E27FC236}">
                <a16:creationId xmlns:a16="http://schemas.microsoft.com/office/drawing/2014/main" id="{7CA22921-D059-426E-8623-0C4322D58F73}"/>
              </a:ext>
            </a:extLst>
          </p:cNvPr>
          <p:cNvSpPr>
            <a:spLocks noGrp="1"/>
          </p:cNvSpPr>
          <p:nvPr>
            <p:ph type="title"/>
          </p:nvPr>
        </p:nvSpPr>
        <p:spPr>
          <a:xfrm>
            <a:off x="7260771" y="3363686"/>
            <a:ext cx="3907972" cy="555171"/>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10" name="Straight Connector 9">
            <a:extLst>
              <a:ext uri="{FF2B5EF4-FFF2-40B4-BE49-F238E27FC236}">
                <a16:creationId xmlns:a16="http://schemas.microsoft.com/office/drawing/2014/main" id="{178A5C12-53C3-4CC4-AA3B-D3292948C778}"/>
              </a:ext>
            </a:extLst>
          </p:cNvPr>
          <p:cNvCxnSpPr>
            <a:cxnSpLocks/>
          </p:cNvCxnSpPr>
          <p:nvPr userDrawn="1"/>
        </p:nvCxnSpPr>
        <p:spPr>
          <a:xfrm>
            <a:off x="7271657" y="0"/>
            <a:ext cx="0" cy="3124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73629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46" name="Picture Placeholder 45">
            <a:extLst>
              <a:ext uri="{FF2B5EF4-FFF2-40B4-BE49-F238E27FC236}">
                <a16:creationId xmlns:a16="http://schemas.microsoft.com/office/drawing/2014/main" id="{D230F83A-5E75-4047-ADC0-05151570D70A}"/>
              </a:ext>
            </a:extLst>
          </p:cNvPr>
          <p:cNvSpPr>
            <a:spLocks noGrp="1"/>
          </p:cNvSpPr>
          <p:nvPr>
            <p:ph type="pic" sz="quarter" idx="28"/>
          </p:nvPr>
        </p:nvSpPr>
        <p:spPr>
          <a:xfrm>
            <a:off x="6426578" y="0"/>
            <a:ext cx="5765422" cy="6858000"/>
          </a:xfrm>
          <a:custGeom>
            <a:avLst/>
            <a:gdLst>
              <a:gd name="connsiteX0" fmla="*/ 4105955 w 5765422"/>
              <a:gd name="connsiteY0" fmla="*/ 0 h 6858000"/>
              <a:gd name="connsiteX1" fmla="*/ 5765422 w 5765422"/>
              <a:gd name="connsiteY1" fmla="*/ 0 h 6858000"/>
              <a:gd name="connsiteX2" fmla="*/ 5765422 w 5765422"/>
              <a:gd name="connsiteY2" fmla="*/ 6858000 h 6858000"/>
              <a:gd name="connsiteX3" fmla="*/ 0 w 576542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765422" h="6858000">
                <a:moveTo>
                  <a:pt x="4105955" y="0"/>
                </a:moveTo>
                <a:lnTo>
                  <a:pt x="5765422" y="0"/>
                </a:lnTo>
                <a:lnTo>
                  <a:pt x="5765422" y="6858000"/>
                </a:lnTo>
                <a:lnTo>
                  <a:pt x="0" y="6858000"/>
                </a:lnTo>
                <a:close/>
              </a:path>
            </a:pathLst>
          </a:custGeom>
        </p:spPr>
        <p:txBody>
          <a:bodyPr wrap="square" anchor="ctr">
            <a:noAutofit/>
          </a:bodyPr>
          <a:lstStyle>
            <a:lvl1pPr marL="0" indent="0" algn="r">
              <a:buNone/>
              <a:defRPr/>
            </a:lvl1pPr>
          </a:lstStyle>
          <a:p>
            <a:r>
              <a:rPr lang="en-US"/>
              <a:t>Click icon to add picture</a:t>
            </a:r>
          </a:p>
        </p:txBody>
      </p:sp>
      <p:sp>
        <p:nvSpPr>
          <p:cNvPr id="30" name="Picture Placeholder 29">
            <a:extLst>
              <a:ext uri="{FF2B5EF4-FFF2-40B4-BE49-F238E27FC236}">
                <a16:creationId xmlns:a16="http://schemas.microsoft.com/office/drawing/2014/main" id="{96FD6FB9-CD68-47AB-A03D-06B72104AF11}"/>
              </a:ext>
            </a:extLst>
          </p:cNvPr>
          <p:cNvSpPr>
            <a:spLocks noGrp="1"/>
          </p:cNvSpPr>
          <p:nvPr>
            <p:ph type="pic" sz="quarter" idx="27"/>
          </p:nvPr>
        </p:nvSpPr>
        <p:spPr>
          <a:xfrm>
            <a:off x="-11657" y="-16298"/>
            <a:ext cx="5555640" cy="6874299"/>
          </a:xfrm>
          <a:custGeom>
            <a:avLst/>
            <a:gdLst>
              <a:gd name="connsiteX0" fmla="*/ 0 w 5555640"/>
              <a:gd name="connsiteY0" fmla="*/ 0 h 6874299"/>
              <a:gd name="connsiteX1" fmla="*/ 5555640 w 5555640"/>
              <a:gd name="connsiteY1" fmla="*/ 8960 h 6874299"/>
              <a:gd name="connsiteX2" fmla="*/ 1445237 w 5555640"/>
              <a:gd name="connsiteY2" fmla="*/ 6874299 h 6874299"/>
              <a:gd name="connsiteX3" fmla="*/ 0 w 5555640"/>
              <a:gd name="connsiteY3" fmla="*/ 6874299 h 6874299"/>
            </a:gdLst>
            <a:ahLst/>
            <a:cxnLst>
              <a:cxn ang="0">
                <a:pos x="connsiteX0" y="connsiteY0"/>
              </a:cxn>
              <a:cxn ang="0">
                <a:pos x="connsiteX1" y="connsiteY1"/>
              </a:cxn>
              <a:cxn ang="0">
                <a:pos x="connsiteX2" y="connsiteY2"/>
              </a:cxn>
              <a:cxn ang="0">
                <a:pos x="connsiteX3" y="connsiteY3"/>
              </a:cxn>
            </a:cxnLst>
            <a:rect l="l" t="t" r="r" b="b"/>
            <a:pathLst>
              <a:path w="5555640" h="6874299">
                <a:moveTo>
                  <a:pt x="0" y="0"/>
                </a:moveTo>
                <a:lnTo>
                  <a:pt x="5555640" y="8960"/>
                </a:lnTo>
                <a:lnTo>
                  <a:pt x="1445237" y="6874299"/>
                </a:lnTo>
                <a:lnTo>
                  <a:pt x="0" y="6874299"/>
                </a:lnTo>
                <a:close/>
              </a:path>
            </a:pathLst>
          </a:custGeom>
        </p:spPr>
        <p:txBody>
          <a:bodyPr wrap="square">
            <a:noAutofit/>
          </a:bodyPr>
          <a:lstStyle/>
          <a:p>
            <a:r>
              <a:rPr lang="en-US"/>
              <a:t>Click icon to add picture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4461307" y="4277953"/>
            <a:ext cx="2310968" cy="470424"/>
          </a:xfrm>
        </p:spPr>
        <p:txBody>
          <a:bodyPr lIns="0">
            <a:normAutofit/>
          </a:bodyPr>
          <a:lstStyle>
            <a:lvl1pPr marL="0" indent="0" algn="l">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lvl1pPr>
              <a:defRPr>
                <a:solidFill>
                  <a:schemeClr val="tx1"/>
                </a:solidFill>
              </a:defRPr>
            </a:lvl1pPr>
          </a:lstStyle>
          <a:p>
            <a:endParaRPr lang="en-US"/>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lvl1pPr>
              <a:defRPr>
                <a:solidFill>
                  <a:schemeClr val="tx1"/>
                </a:solidFill>
              </a:defRPr>
            </a:lvl1pPr>
          </a:lstStyle>
          <a:p>
            <a:fld id="{B5CEABB6-07DC-46E8-9B57-56EC44A396E5}" type="slidenum">
              <a:rPr lang="en-US" smtClean="0"/>
              <a:pPr/>
              <a:t>‹#›</a:t>
            </a:fld>
            <a:endParaRPr lang="en-US"/>
          </a:p>
        </p:txBody>
      </p:sp>
      <p:sp>
        <p:nvSpPr>
          <p:cNvPr id="21" name="Text Placeholder 18">
            <a:extLst>
              <a:ext uri="{FF2B5EF4-FFF2-40B4-BE49-F238E27FC236}">
                <a16:creationId xmlns:a16="http://schemas.microsoft.com/office/drawing/2014/main" id="{D9C3D27C-5291-4A1A-83AC-B52D25F43D57}"/>
              </a:ext>
            </a:extLst>
          </p:cNvPr>
          <p:cNvSpPr>
            <a:spLocks noGrp="1"/>
          </p:cNvSpPr>
          <p:nvPr>
            <p:ph type="body" sz="quarter" idx="24" hasCustomPrompt="1"/>
          </p:nvPr>
        </p:nvSpPr>
        <p:spPr>
          <a:xfrm>
            <a:off x="4156823" y="4752561"/>
            <a:ext cx="2310968" cy="470424"/>
          </a:xfrm>
        </p:spPr>
        <p:txBody>
          <a:bodyPr lIns="0">
            <a:normAutofit/>
          </a:bodyPr>
          <a:lstStyle>
            <a:lvl1pPr marL="0" indent="0" algn="l">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5" name="Text Placeholder 18">
            <a:extLst>
              <a:ext uri="{FF2B5EF4-FFF2-40B4-BE49-F238E27FC236}">
                <a16:creationId xmlns:a16="http://schemas.microsoft.com/office/drawing/2014/main" id="{2B757B2D-A738-401D-A78C-05475608F20A}"/>
              </a:ext>
            </a:extLst>
          </p:cNvPr>
          <p:cNvSpPr>
            <a:spLocks noGrp="1"/>
          </p:cNvSpPr>
          <p:nvPr>
            <p:ph type="body" sz="quarter" idx="26" hasCustomPrompt="1"/>
          </p:nvPr>
        </p:nvSpPr>
        <p:spPr>
          <a:xfrm>
            <a:off x="3869713" y="5217644"/>
            <a:ext cx="2310968" cy="470424"/>
          </a:xfrm>
        </p:spPr>
        <p:txBody>
          <a:bodyPr lIns="0">
            <a:normAutofit/>
          </a:bodyPr>
          <a:lstStyle>
            <a:lvl1pPr marL="0" indent="0" algn="l">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47" name="Text Placeholder 18">
            <a:extLst>
              <a:ext uri="{FF2B5EF4-FFF2-40B4-BE49-F238E27FC236}">
                <a16:creationId xmlns:a16="http://schemas.microsoft.com/office/drawing/2014/main" id="{AD14F11B-0FDD-41EF-8278-550F37093B15}"/>
              </a:ext>
            </a:extLst>
          </p:cNvPr>
          <p:cNvSpPr>
            <a:spLocks noGrp="1"/>
          </p:cNvSpPr>
          <p:nvPr>
            <p:ph type="body" sz="quarter" idx="29" hasCustomPrompt="1"/>
          </p:nvPr>
        </p:nvSpPr>
        <p:spPr>
          <a:xfrm>
            <a:off x="3580046" y="5673201"/>
            <a:ext cx="2310968" cy="470424"/>
          </a:xfrm>
        </p:spPr>
        <p:txBody>
          <a:bodyPr lIns="0">
            <a:normAutofit/>
          </a:bodyPr>
          <a:lstStyle>
            <a:lvl1pPr marL="0" indent="0" algn="l">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12" name="Title 1">
            <a:extLst>
              <a:ext uri="{FF2B5EF4-FFF2-40B4-BE49-F238E27FC236}">
                <a16:creationId xmlns:a16="http://schemas.microsoft.com/office/drawing/2014/main" id="{9EB2270B-D707-4103-98F1-E697CEBA718E}"/>
              </a:ext>
            </a:extLst>
          </p:cNvPr>
          <p:cNvSpPr>
            <a:spLocks noGrp="1"/>
          </p:cNvSpPr>
          <p:nvPr>
            <p:ph type="title"/>
          </p:nvPr>
        </p:nvSpPr>
        <p:spPr>
          <a:xfrm>
            <a:off x="4898571" y="3363686"/>
            <a:ext cx="3907972" cy="555171"/>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Tree>
    <p:extLst>
      <p:ext uri="{BB962C8B-B14F-4D97-AF65-F5344CB8AC3E}">
        <p14:creationId xmlns:p14="http://schemas.microsoft.com/office/powerpoint/2010/main" val="1124205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77FA4A-CE52-4DA0-8842-74FE37E2E8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1BCD1D-6E4A-43CA-A3D4-B104CE27D2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11BDA0-5B55-4A85-ACBF-31F8F3EB2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bg1">
                    <a:lumMod val="50000"/>
                    <a:lumOff val="50000"/>
                  </a:schemeClr>
                </a:solidFill>
              </a:defRPr>
            </a:lvl1pPr>
          </a:lstStyle>
          <a:p>
            <a:r>
              <a:rPr lang="en-US"/>
              <a:t>7/1/20XX</a:t>
            </a:r>
          </a:p>
        </p:txBody>
      </p:sp>
      <p:sp>
        <p:nvSpPr>
          <p:cNvPr id="5" name="Footer Placeholder 4">
            <a:extLst>
              <a:ext uri="{FF2B5EF4-FFF2-40B4-BE49-F238E27FC236}">
                <a16:creationId xmlns:a16="http://schemas.microsoft.com/office/drawing/2014/main" id="{3F7AA55C-7321-4214-9297-F53B7B9E50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bg1">
                    <a:lumMod val="50000"/>
                    <a:lumOff val="50000"/>
                  </a:schemeClr>
                </a:solidFill>
              </a:defRPr>
            </a:lvl1pPr>
          </a:lstStyle>
          <a:p>
            <a:r>
              <a:rPr lang="en-US"/>
              <a:t>Pitch deck</a:t>
            </a:r>
          </a:p>
        </p:txBody>
      </p:sp>
      <p:sp>
        <p:nvSpPr>
          <p:cNvPr id="6" name="Slide Number Placeholder 5">
            <a:extLst>
              <a:ext uri="{FF2B5EF4-FFF2-40B4-BE49-F238E27FC236}">
                <a16:creationId xmlns:a16="http://schemas.microsoft.com/office/drawing/2014/main" id="{5E330C71-8F7D-4855-A35C-46C83B4BF4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bg1">
                    <a:lumMod val="50000"/>
                    <a:lumOff val="50000"/>
                  </a:schemeClr>
                </a:solidFill>
              </a:defRPr>
            </a:lvl1pPr>
          </a:lstStyle>
          <a:p>
            <a:fld id="{9FF96520-E4CE-4EAD-8ABF-1D2297D6B3AA}" type="slidenum">
              <a:rPr lang="en-US" smtClean="0"/>
              <a:pPr/>
              <a:t>‹#›</a:t>
            </a:fld>
            <a:endParaRPr lang="en-US"/>
          </a:p>
        </p:txBody>
      </p:sp>
    </p:spTree>
    <p:extLst>
      <p:ext uri="{BB962C8B-B14F-4D97-AF65-F5344CB8AC3E}">
        <p14:creationId xmlns:p14="http://schemas.microsoft.com/office/powerpoint/2010/main" val="2446666589"/>
      </p:ext>
    </p:extLst>
  </p:cSld>
  <p:clrMap bg1="dk1" tx1="lt1" bg2="dk2" tx2="lt2" accent1="accent1" accent2="accent2" accent3="accent3" accent4="accent4" accent5="accent5" accent6="accent6" hlink="hlink" folHlink="folHlink"/>
  <p:sldLayoutIdLst>
    <p:sldLayoutId id="2147483649" r:id="rId1"/>
    <p:sldLayoutId id="2147483666" r:id="rId2"/>
    <p:sldLayoutId id="2147483678" r:id="rId3"/>
    <p:sldLayoutId id="2147483667" r:id="rId4"/>
    <p:sldLayoutId id="2147483668" r:id="rId5"/>
    <p:sldLayoutId id="2147483669" r:id="rId6"/>
    <p:sldLayoutId id="2147483670" r:id="rId7"/>
    <p:sldLayoutId id="2147483651" r:id="rId8"/>
    <p:sldLayoutId id="2147483661" r:id="rId9"/>
    <p:sldLayoutId id="2147483671" r:id="rId10"/>
    <p:sldLayoutId id="2147483679" r:id="rId11"/>
    <p:sldLayoutId id="2147483677" r:id="rId12"/>
    <p:sldLayoutId id="2147483672" r:id="rId13"/>
    <p:sldLayoutId id="2147483652" r:id="rId14"/>
    <p:sldLayoutId id="2147483653" r:id="rId15"/>
    <p:sldLayoutId id="2147483650" r:id="rId16"/>
    <p:sldLayoutId id="2147483654" r:id="rId17"/>
    <p:sldLayoutId id="2147483674" r:id="rId18"/>
    <p:sldLayoutId id="2147483676" r:id="rId19"/>
    <p:sldLayoutId id="2147483673" r:id="rId20"/>
    <p:sldLayoutId id="2147483675" r:id="rId2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17.xml"/><Relationship Id="rId5" Type="http://schemas.openxmlformats.org/officeDocument/2006/relationships/image" Target="../media/image5.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9.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hyperlink" Target="mailto:customerservice@biosecure.com" TargetMode="Externa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54164480-ECF3-4F09-B48E-13A40EAE5A31}"/>
              </a:ext>
            </a:extLst>
          </p:cNvPr>
          <p:cNvPicPr>
            <a:picLocks noGrp="1" noChangeAspect="1"/>
          </p:cNvPicPr>
          <p:nvPr>
            <p:ph type="pic" sz="quarter" idx="13"/>
          </p:nvPr>
        </p:nvPicPr>
        <p:blipFill>
          <a:blip r:embed="rId2">
            <a:duotone>
              <a:prstClr val="black"/>
              <a:schemeClr val="accent1">
                <a:tint val="45000"/>
                <a:satMod val="400000"/>
              </a:schemeClr>
            </a:duotone>
          </a:blip>
          <a:srcRect/>
          <a:stretch/>
        </p:blipFill>
        <p:spPr>
          <a:xfrm>
            <a:off x="0" y="9331"/>
            <a:ext cx="12192000" cy="6858000"/>
          </a:xfrm>
        </p:spPr>
      </p:pic>
      <p:sp>
        <p:nvSpPr>
          <p:cNvPr id="23" name="Title 22">
            <a:extLst>
              <a:ext uri="{FF2B5EF4-FFF2-40B4-BE49-F238E27FC236}">
                <a16:creationId xmlns:a16="http://schemas.microsoft.com/office/drawing/2014/main" id="{EE427349-2C23-4643-A4C8-552661FAA5DF}"/>
              </a:ext>
            </a:extLst>
          </p:cNvPr>
          <p:cNvSpPr>
            <a:spLocks noGrp="1"/>
          </p:cNvSpPr>
          <p:nvPr>
            <p:ph type="ctrTitle"/>
          </p:nvPr>
        </p:nvSpPr>
        <p:spPr>
          <a:xfrm>
            <a:off x="2373216" y="3667946"/>
            <a:ext cx="9285382" cy="1277857"/>
          </a:xfrm>
        </p:spPr>
        <p:txBody>
          <a:bodyPr>
            <a:normAutofit/>
          </a:bodyPr>
          <a:lstStyle/>
          <a:p>
            <a:r>
              <a:rPr lang="en-US" sz="2800" dirty="0">
                <a:latin typeface="Times New Roman"/>
                <a:cs typeface="Times New Roman"/>
              </a:rPr>
              <a:t>Client Pitch : </a:t>
            </a:r>
            <a:r>
              <a:rPr lang="en-CA" sz="2800" dirty="0"/>
              <a:t>Biometric Authentication Hardware</a:t>
            </a:r>
            <a:endParaRPr lang="en-US" sz="2800" dirty="0">
              <a:latin typeface="Times New Roman" panose="02020603050405020304" pitchFamily="18" charset="0"/>
              <a:cs typeface="Times New Roman" panose="02020603050405020304" pitchFamily="18" charset="0"/>
            </a:endParaRPr>
          </a:p>
        </p:txBody>
      </p:sp>
      <p:sp>
        <p:nvSpPr>
          <p:cNvPr id="20" name="Text Placeholder 19">
            <a:extLst>
              <a:ext uri="{FF2B5EF4-FFF2-40B4-BE49-F238E27FC236}">
                <a16:creationId xmlns:a16="http://schemas.microsoft.com/office/drawing/2014/main" id="{A2D5ABC8-73C6-4DB8-B474-F46298EA249A}"/>
              </a:ext>
            </a:extLst>
          </p:cNvPr>
          <p:cNvSpPr>
            <a:spLocks noGrp="1"/>
          </p:cNvSpPr>
          <p:nvPr>
            <p:ph type="body" sz="quarter" idx="17"/>
          </p:nvPr>
        </p:nvSpPr>
        <p:spPr>
          <a:xfrm>
            <a:off x="2284355" y="4687178"/>
            <a:ext cx="1598515" cy="1681163"/>
          </a:xfrm>
        </p:spPr>
        <p:txBody>
          <a:bodyPr/>
          <a:lstStyle/>
          <a:p>
            <a:r>
              <a:rPr lang="en-US"/>
              <a:t> </a:t>
            </a:r>
          </a:p>
        </p:txBody>
      </p:sp>
      <p:sp>
        <p:nvSpPr>
          <p:cNvPr id="18" name="Text Placeholder 17">
            <a:extLst>
              <a:ext uri="{FF2B5EF4-FFF2-40B4-BE49-F238E27FC236}">
                <a16:creationId xmlns:a16="http://schemas.microsoft.com/office/drawing/2014/main" id="{20C49F68-0122-45AF-8FB2-4A73D67BEF49}"/>
              </a:ext>
            </a:extLst>
          </p:cNvPr>
          <p:cNvSpPr>
            <a:spLocks noGrp="1"/>
          </p:cNvSpPr>
          <p:nvPr>
            <p:ph type="body" sz="quarter" idx="15"/>
          </p:nvPr>
        </p:nvSpPr>
        <p:spPr>
          <a:xfrm>
            <a:off x="3440172" y="1726672"/>
            <a:ext cx="1253665" cy="1681163"/>
          </a:xfrm>
        </p:spPr>
        <p:txBody>
          <a:bodyPr/>
          <a:lstStyle/>
          <a:p>
            <a:r>
              <a:rPr lang="en-US"/>
              <a:t> </a:t>
            </a:r>
          </a:p>
        </p:txBody>
      </p:sp>
      <p:sp>
        <p:nvSpPr>
          <p:cNvPr id="17" name="Text Placeholder 16">
            <a:extLst>
              <a:ext uri="{FF2B5EF4-FFF2-40B4-BE49-F238E27FC236}">
                <a16:creationId xmlns:a16="http://schemas.microsoft.com/office/drawing/2014/main" id="{B0FFBF6C-2281-4A59-8BF0-A256739C023B}"/>
              </a:ext>
            </a:extLst>
          </p:cNvPr>
          <p:cNvSpPr>
            <a:spLocks noGrp="1"/>
          </p:cNvSpPr>
          <p:nvPr>
            <p:ph type="body" sz="quarter" idx="14"/>
          </p:nvPr>
        </p:nvSpPr>
        <p:spPr>
          <a:xfrm>
            <a:off x="1903189" y="71740"/>
            <a:ext cx="1253665" cy="1681163"/>
          </a:xfrm>
        </p:spPr>
        <p:txBody>
          <a:bodyPr/>
          <a:lstStyle/>
          <a:p>
            <a:r>
              <a:rPr lang="en-US"/>
              <a:t> </a:t>
            </a:r>
          </a:p>
        </p:txBody>
      </p:sp>
      <p:sp>
        <p:nvSpPr>
          <p:cNvPr id="19" name="Text Placeholder 18">
            <a:extLst>
              <a:ext uri="{FF2B5EF4-FFF2-40B4-BE49-F238E27FC236}">
                <a16:creationId xmlns:a16="http://schemas.microsoft.com/office/drawing/2014/main" id="{5C600DDB-51C1-4E0E-8FC1-10C888E4E7C3}"/>
              </a:ext>
            </a:extLst>
          </p:cNvPr>
          <p:cNvSpPr>
            <a:spLocks noGrp="1"/>
          </p:cNvSpPr>
          <p:nvPr>
            <p:ph type="body" sz="quarter" idx="16"/>
          </p:nvPr>
        </p:nvSpPr>
        <p:spPr>
          <a:xfrm>
            <a:off x="629693" y="2858632"/>
            <a:ext cx="1253665" cy="1681163"/>
          </a:xfrm>
        </p:spPr>
        <p:txBody>
          <a:bodyPr/>
          <a:lstStyle/>
          <a:p>
            <a:r>
              <a:rPr lang="en-US"/>
              <a:t> </a:t>
            </a:r>
          </a:p>
        </p:txBody>
      </p:sp>
      <p:cxnSp>
        <p:nvCxnSpPr>
          <p:cNvPr id="34" name="Straight Connector 33">
            <a:extLst>
              <a:ext uri="{FF2B5EF4-FFF2-40B4-BE49-F238E27FC236}">
                <a16:creationId xmlns:a16="http://schemas.microsoft.com/office/drawing/2014/main" id="{BC4BB374-4C53-4405-B3D6-928C68A871C7}"/>
              </a:ext>
              <a:ext uri="{C183D7F6-B498-43B3-948B-1728B52AA6E4}">
                <adec:decorative xmlns:adec="http://schemas.microsoft.com/office/drawing/2017/decorative" val="1"/>
              </a:ext>
            </a:extLst>
          </p:cNvPr>
          <p:cNvCxnSpPr>
            <a:cxnSpLocks/>
          </p:cNvCxnSpPr>
          <p:nvPr/>
        </p:nvCxnSpPr>
        <p:spPr>
          <a:xfrm>
            <a:off x="2536371" y="2017985"/>
            <a:ext cx="0" cy="15343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CDDB411-0E13-3741-911B-CFCB74C5BAB0}"/>
              </a:ext>
              <a:ext uri="{C183D7F6-B498-43B3-948B-1728B52AA6E4}">
                <adec:decorative xmlns:adec="http://schemas.microsoft.com/office/drawing/2017/decorative" val="1"/>
              </a:ext>
            </a:extLst>
          </p:cNvPr>
          <p:cNvCxnSpPr>
            <a:cxnSpLocks/>
          </p:cNvCxnSpPr>
          <p:nvPr/>
        </p:nvCxnSpPr>
        <p:spPr>
          <a:xfrm flipH="1">
            <a:off x="4245428" y="5655432"/>
            <a:ext cx="331888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6310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1099456" y="3257550"/>
            <a:ext cx="4203247" cy="743744"/>
          </a:xfrm>
        </p:spPr>
        <p:txBody>
          <a:bodyPr/>
          <a:lstStyle/>
          <a:p>
            <a:r>
              <a:rPr lang="en-ZA">
                <a:latin typeface="Times New Roman" panose="02020603050405020304" pitchFamily="18" charset="0"/>
                <a:cs typeface="Times New Roman" panose="02020603050405020304" pitchFamily="18" charset="0"/>
              </a:rPr>
              <a:t>About us</a:t>
            </a:r>
          </a:p>
        </p:txBody>
      </p:sp>
      <p:sp>
        <p:nvSpPr>
          <p:cNvPr id="3" name="Subtitle 2">
            <a:extLst>
              <a:ext uri="{FF2B5EF4-FFF2-40B4-BE49-F238E27FC236}">
                <a16:creationId xmlns:a16="http://schemas.microsoft.com/office/drawing/2014/main" id="{35E3EA69-4E0E-41BD-8095-A124225A2647}"/>
              </a:ext>
            </a:extLst>
          </p:cNvPr>
          <p:cNvSpPr>
            <a:spLocks noGrp="1"/>
          </p:cNvSpPr>
          <p:nvPr>
            <p:ph idx="1"/>
          </p:nvPr>
        </p:nvSpPr>
        <p:spPr>
          <a:xfrm>
            <a:off x="1099456" y="4238625"/>
            <a:ext cx="4203247" cy="1800225"/>
          </a:xfrm>
        </p:spPr>
        <p:txBody>
          <a:bodyPr vert="horz" lIns="0" tIns="45720" rIns="91440" bIns="45720" rtlCol="0" anchor="t">
            <a:normAutofit fontScale="85000" lnSpcReduction="10000"/>
          </a:bodyPr>
          <a:lstStyle/>
          <a:p>
            <a:r>
              <a:rPr lang="en-US" sz="1600" dirty="0" err="1">
                <a:latin typeface="Times New Roman" panose="02020603050405020304" pitchFamily="18" charset="0"/>
                <a:cs typeface="Times New Roman" panose="02020603050405020304" pitchFamily="18" charset="0"/>
              </a:rPr>
              <a:t>BioSecure</a:t>
            </a:r>
            <a:r>
              <a:rPr lang="en-US" sz="1600" dirty="0">
                <a:latin typeface="Times New Roman" panose="02020603050405020304" pitchFamily="18" charset="0"/>
                <a:cs typeface="Times New Roman" panose="02020603050405020304" pitchFamily="18" charset="0"/>
              </a:rPr>
              <a:t> is a company that specializes in biometric authentication hardware. We provide first-class hardware-based security service for your company at the best price. We believe in responsive customer support and years of maintenance service. Now, you are secure.</a:t>
            </a:r>
          </a:p>
        </p:txBody>
      </p:sp>
      <p:sp>
        <p:nvSpPr>
          <p:cNvPr id="6" name="Date Placeholder 5">
            <a:extLst>
              <a:ext uri="{FF2B5EF4-FFF2-40B4-BE49-F238E27FC236}">
                <a16:creationId xmlns:a16="http://schemas.microsoft.com/office/drawing/2014/main" id="{673CABDF-C205-4E5E-92F8-7C5863368C89}"/>
              </a:ext>
            </a:extLst>
          </p:cNvPr>
          <p:cNvSpPr>
            <a:spLocks noGrp="1"/>
          </p:cNvSpPr>
          <p:nvPr>
            <p:ph type="dt" sz="half" idx="10"/>
          </p:nvPr>
        </p:nvSpPr>
        <p:spPr>
          <a:xfrm>
            <a:off x="838200" y="6356350"/>
            <a:ext cx="2743200" cy="365125"/>
          </a:xfrm>
        </p:spPr>
        <p:txBody>
          <a:bodyPr/>
          <a:lstStyle/>
          <a:p>
            <a:r>
              <a:rPr lang="en-US" dirty="0"/>
              <a:t>04/11/2024</a:t>
            </a:r>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4038600" y="6356350"/>
            <a:ext cx="4114800" cy="365125"/>
          </a:xfrm>
        </p:spPr>
        <p:txBody>
          <a:bodyPr/>
          <a:lstStyle/>
          <a:p>
            <a:r>
              <a:rPr lang="en-ZA"/>
              <a:t>Client Pitch</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8610600" y="6356350"/>
            <a:ext cx="2743200" cy="365125"/>
          </a:xfrm>
        </p:spPr>
        <p:txBody>
          <a:bodyPr/>
          <a:lstStyle/>
          <a:p>
            <a:fld id="{19B51A1E-902D-48AF-9020-955120F399B6}" type="slidenum">
              <a:rPr lang="en-ZA" smtClean="0"/>
              <a:pPr/>
              <a:t>2</a:t>
            </a:fld>
            <a:endParaRPr lang="en-ZA"/>
          </a:p>
        </p:txBody>
      </p:sp>
    </p:spTree>
    <p:extLst>
      <p:ext uri="{BB962C8B-B14F-4D97-AF65-F5344CB8AC3E}">
        <p14:creationId xmlns:p14="http://schemas.microsoft.com/office/powerpoint/2010/main" val="22434949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Placeholder 46">
            <a:extLst>
              <a:ext uri="{FF2B5EF4-FFF2-40B4-BE49-F238E27FC236}">
                <a16:creationId xmlns:a16="http://schemas.microsoft.com/office/drawing/2014/main" id="{9004F29C-AED9-40E4-B5C2-47C8B6E3F04A}"/>
              </a:ext>
            </a:extLst>
          </p:cNvPr>
          <p:cNvPicPr>
            <a:picLocks noGrp="1" noChangeAspect="1"/>
          </p:cNvPicPr>
          <p:nvPr>
            <p:ph type="pic" sz="quarter" idx="16"/>
          </p:nvPr>
        </p:nvPicPr>
        <p:blipFill rotWithShape="1">
          <a:blip r:embed="rId2"/>
          <a:srcRect l="-43614" r="-43614"/>
          <a:stretch/>
        </p:blipFill>
        <p:spPr>
          <a:xfrm>
            <a:off x="8804817" y="2233881"/>
            <a:ext cx="3387182" cy="2390238"/>
          </a:xfrm>
        </p:spPr>
      </p:pic>
      <p:pic>
        <p:nvPicPr>
          <p:cNvPr id="45" name="Picture Placeholder 44">
            <a:extLst>
              <a:ext uri="{FF2B5EF4-FFF2-40B4-BE49-F238E27FC236}">
                <a16:creationId xmlns:a16="http://schemas.microsoft.com/office/drawing/2014/main" id="{D0F3841F-AC56-43DE-AD77-552631D14A44}"/>
              </a:ext>
            </a:extLst>
          </p:cNvPr>
          <p:cNvPicPr>
            <a:picLocks noGrp="1" noChangeAspect="1"/>
          </p:cNvPicPr>
          <p:nvPr>
            <p:ph type="pic" sz="quarter" idx="15"/>
          </p:nvPr>
        </p:nvPicPr>
        <p:blipFill rotWithShape="1">
          <a:blip r:embed="rId3"/>
          <a:srcRect l="-31955" r="-31955"/>
          <a:stretch/>
        </p:blipFill>
        <p:spPr>
          <a:xfrm>
            <a:off x="5690016" y="2233881"/>
            <a:ext cx="3917851" cy="2390238"/>
          </a:xfrm>
        </p:spPr>
      </p:pic>
      <p:pic>
        <p:nvPicPr>
          <p:cNvPr id="43" name="Picture Placeholder 42">
            <a:extLst>
              <a:ext uri="{FF2B5EF4-FFF2-40B4-BE49-F238E27FC236}">
                <a16:creationId xmlns:a16="http://schemas.microsoft.com/office/drawing/2014/main" id="{4861242E-E0CB-4DBA-8F76-EDE01FEB2937}"/>
              </a:ext>
            </a:extLst>
          </p:cNvPr>
          <p:cNvPicPr>
            <a:picLocks noGrp="1" noChangeAspect="1"/>
          </p:cNvPicPr>
          <p:nvPr>
            <p:ph type="pic" sz="quarter" idx="14"/>
          </p:nvPr>
        </p:nvPicPr>
        <p:blipFill rotWithShape="1">
          <a:blip r:embed="rId4"/>
          <a:srcRect l="-31955" r="-31955"/>
          <a:stretch/>
        </p:blipFill>
        <p:spPr>
          <a:xfrm>
            <a:off x="2575215" y="2233881"/>
            <a:ext cx="3917851" cy="2390238"/>
          </a:xfrm>
        </p:spPr>
      </p:pic>
      <p:pic>
        <p:nvPicPr>
          <p:cNvPr id="41" name="Picture Placeholder 40">
            <a:extLst>
              <a:ext uri="{FF2B5EF4-FFF2-40B4-BE49-F238E27FC236}">
                <a16:creationId xmlns:a16="http://schemas.microsoft.com/office/drawing/2014/main" id="{268FA579-104C-44D5-9FEC-3D0D8C5469A9}"/>
              </a:ext>
            </a:extLst>
          </p:cNvPr>
          <p:cNvPicPr>
            <a:picLocks noGrp="1" noChangeAspect="1"/>
          </p:cNvPicPr>
          <p:nvPr>
            <p:ph type="pic" sz="quarter" idx="13"/>
          </p:nvPr>
        </p:nvPicPr>
        <p:blipFill rotWithShape="1">
          <a:blip r:embed="rId5"/>
          <a:srcRect l="-44166" r="-44166"/>
          <a:stretch/>
        </p:blipFill>
        <p:spPr>
          <a:xfrm>
            <a:off x="0" y="2233881"/>
            <a:ext cx="3378263" cy="2390238"/>
          </a:xfrm>
        </p:spPr>
      </p:pic>
      <p:sp>
        <p:nvSpPr>
          <p:cNvPr id="3" name="Date Placeholder 2">
            <a:extLst>
              <a:ext uri="{FF2B5EF4-FFF2-40B4-BE49-F238E27FC236}">
                <a16:creationId xmlns:a16="http://schemas.microsoft.com/office/drawing/2014/main" id="{7A55F035-06C6-4CD7-ABC9-1E7FF8A2190D}"/>
              </a:ext>
            </a:extLst>
          </p:cNvPr>
          <p:cNvSpPr>
            <a:spLocks noGrp="1"/>
          </p:cNvSpPr>
          <p:nvPr>
            <p:ph type="dt" sz="half" idx="10"/>
          </p:nvPr>
        </p:nvSpPr>
        <p:spPr>
          <a:xfrm>
            <a:off x="838200" y="6356350"/>
            <a:ext cx="2743200" cy="365125"/>
          </a:xfrm>
        </p:spPr>
        <p:txBody>
          <a:bodyPr/>
          <a:lstStyle/>
          <a:p>
            <a:r>
              <a:rPr lang="en-US"/>
              <a:t>04/11/2024</a:t>
            </a:r>
          </a:p>
        </p:txBody>
      </p:sp>
      <p:sp>
        <p:nvSpPr>
          <p:cNvPr id="4" name="Footer Placeholder 3">
            <a:extLst>
              <a:ext uri="{FF2B5EF4-FFF2-40B4-BE49-F238E27FC236}">
                <a16:creationId xmlns:a16="http://schemas.microsoft.com/office/drawing/2014/main" id="{3433927C-E768-4063-858C-B052FB19E2DC}"/>
              </a:ext>
            </a:extLst>
          </p:cNvPr>
          <p:cNvSpPr>
            <a:spLocks noGrp="1"/>
          </p:cNvSpPr>
          <p:nvPr>
            <p:ph type="ftr" sz="quarter" idx="11"/>
          </p:nvPr>
        </p:nvSpPr>
        <p:spPr>
          <a:xfrm>
            <a:off x="4038600" y="6356350"/>
            <a:ext cx="4114800" cy="365125"/>
          </a:xfrm>
        </p:spPr>
        <p:txBody>
          <a:bodyPr/>
          <a:lstStyle/>
          <a:p>
            <a:r>
              <a:rPr lang="en-ZA"/>
              <a:t>Client Pitch</a:t>
            </a:r>
          </a:p>
        </p:txBody>
      </p:sp>
      <p:sp>
        <p:nvSpPr>
          <p:cNvPr id="5" name="Slide Number Placeholder 4">
            <a:extLst>
              <a:ext uri="{FF2B5EF4-FFF2-40B4-BE49-F238E27FC236}">
                <a16:creationId xmlns:a16="http://schemas.microsoft.com/office/drawing/2014/main" id="{812DF7C3-442D-460D-9076-A94602506D72}"/>
              </a:ext>
            </a:extLst>
          </p:cNvPr>
          <p:cNvSpPr>
            <a:spLocks noGrp="1"/>
          </p:cNvSpPr>
          <p:nvPr>
            <p:ph type="sldNum" sz="quarter" idx="12"/>
          </p:nvPr>
        </p:nvSpPr>
        <p:spPr>
          <a:xfrm>
            <a:off x="8610600" y="6356350"/>
            <a:ext cx="2743200" cy="365125"/>
          </a:xfrm>
        </p:spPr>
        <p:txBody>
          <a:bodyPr/>
          <a:lstStyle/>
          <a:p>
            <a:fld id="{9FF96520-E4CE-4EAD-8ABF-1D2297D6B3AA}" type="slidenum">
              <a:rPr lang="en-US" smtClean="0"/>
              <a:pPr/>
              <a:t>3</a:t>
            </a:fld>
            <a:endParaRPr lang="en-US"/>
          </a:p>
        </p:txBody>
      </p:sp>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034142" y="670094"/>
            <a:ext cx="10134601" cy="924808"/>
          </a:xfrm>
        </p:spPr>
        <p:txBody>
          <a:bodyPr/>
          <a:lstStyle/>
          <a:p>
            <a:r>
              <a:rPr lang="en-US" dirty="0"/>
              <a:t>Meet the team</a:t>
            </a:r>
          </a:p>
        </p:txBody>
      </p:sp>
      <p:sp>
        <p:nvSpPr>
          <p:cNvPr id="32" name="Text Placeholder 31">
            <a:extLst>
              <a:ext uri="{FF2B5EF4-FFF2-40B4-BE49-F238E27FC236}">
                <a16:creationId xmlns:a16="http://schemas.microsoft.com/office/drawing/2014/main" id="{E50606CE-9ECB-4033-AF08-73FC376C312B}"/>
              </a:ext>
            </a:extLst>
          </p:cNvPr>
          <p:cNvSpPr>
            <a:spLocks noGrp="1"/>
          </p:cNvSpPr>
          <p:nvPr>
            <p:ph type="body" sz="quarter" idx="23"/>
          </p:nvPr>
        </p:nvSpPr>
        <p:spPr>
          <a:xfrm>
            <a:off x="3554933" y="5061424"/>
            <a:ext cx="2443654" cy="320381"/>
          </a:xfrm>
        </p:spPr>
        <p:txBody>
          <a:bodyPr/>
          <a:lstStyle/>
          <a:p>
            <a:r>
              <a:rPr lang="en-US"/>
              <a:t>Sabit Naim</a:t>
            </a:r>
          </a:p>
        </p:txBody>
      </p:sp>
      <p:sp>
        <p:nvSpPr>
          <p:cNvPr id="33" name="Text Placeholder 32">
            <a:extLst>
              <a:ext uri="{FF2B5EF4-FFF2-40B4-BE49-F238E27FC236}">
                <a16:creationId xmlns:a16="http://schemas.microsoft.com/office/drawing/2014/main" id="{4BFAF62A-F8A5-463D-9BF7-08EED60ABECB}"/>
              </a:ext>
            </a:extLst>
          </p:cNvPr>
          <p:cNvSpPr>
            <a:spLocks noGrp="1"/>
          </p:cNvSpPr>
          <p:nvPr>
            <p:ph type="body" sz="quarter" idx="24"/>
          </p:nvPr>
        </p:nvSpPr>
        <p:spPr>
          <a:xfrm>
            <a:off x="3554932" y="5406900"/>
            <a:ext cx="2443099" cy="361598"/>
          </a:xfrm>
        </p:spPr>
        <p:txBody>
          <a:bodyPr>
            <a:normAutofit/>
          </a:bodyPr>
          <a:lstStyle/>
          <a:p>
            <a:r>
              <a:rPr lang="en-US" dirty="0"/>
              <a:t>Co-Founder and CTO</a:t>
            </a:r>
          </a:p>
        </p:txBody>
      </p:sp>
      <p:sp>
        <p:nvSpPr>
          <p:cNvPr id="34" name="Text Placeholder 33">
            <a:extLst>
              <a:ext uri="{FF2B5EF4-FFF2-40B4-BE49-F238E27FC236}">
                <a16:creationId xmlns:a16="http://schemas.microsoft.com/office/drawing/2014/main" id="{6D60BE64-23D9-47F8-93B5-D89C8872DFFF}"/>
              </a:ext>
            </a:extLst>
          </p:cNvPr>
          <p:cNvSpPr>
            <a:spLocks noGrp="1"/>
          </p:cNvSpPr>
          <p:nvPr>
            <p:ph type="body" sz="quarter" idx="25"/>
          </p:nvPr>
        </p:nvSpPr>
        <p:spPr>
          <a:xfrm>
            <a:off x="931476" y="5061424"/>
            <a:ext cx="2443654" cy="320381"/>
          </a:xfrm>
        </p:spPr>
        <p:txBody>
          <a:bodyPr/>
          <a:lstStyle/>
          <a:p>
            <a:r>
              <a:rPr lang="en-US" err="1"/>
              <a:t>Vasukumar</a:t>
            </a:r>
            <a:r>
              <a:rPr lang="en-US"/>
              <a:t> Patel</a:t>
            </a:r>
          </a:p>
        </p:txBody>
      </p:sp>
      <p:sp>
        <p:nvSpPr>
          <p:cNvPr id="35" name="Text Placeholder 34">
            <a:extLst>
              <a:ext uri="{FF2B5EF4-FFF2-40B4-BE49-F238E27FC236}">
                <a16:creationId xmlns:a16="http://schemas.microsoft.com/office/drawing/2014/main" id="{C8BBC8B0-E37D-4D40-A0FD-2C96486AC28A}"/>
              </a:ext>
            </a:extLst>
          </p:cNvPr>
          <p:cNvSpPr>
            <a:spLocks noGrp="1"/>
          </p:cNvSpPr>
          <p:nvPr>
            <p:ph type="body" sz="quarter" idx="26"/>
          </p:nvPr>
        </p:nvSpPr>
        <p:spPr>
          <a:xfrm>
            <a:off x="931475" y="5406900"/>
            <a:ext cx="2443099" cy="361598"/>
          </a:xfrm>
        </p:spPr>
        <p:txBody>
          <a:bodyPr/>
          <a:lstStyle/>
          <a:p>
            <a:r>
              <a:rPr lang="en-US"/>
              <a:t>Founder and CEO</a:t>
            </a:r>
          </a:p>
        </p:txBody>
      </p:sp>
      <p:sp>
        <p:nvSpPr>
          <p:cNvPr id="36" name="Text Placeholder 35">
            <a:extLst>
              <a:ext uri="{FF2B5EF4-FFF2-40B4-BE49-F238E27FC236}">
                <a16:creationId xmlns:a16="http://schemas.microsoft.com/office/drawing/2014/main" id="{1E3A9758-9F8D-4290-B60A-19A2D1DA778E}"/>
              </a:ext>
            </a:extLst>
          </p:cNvPr>
          <p:cNvSpPr>
            <a:spLocks noGrp="1"/>
          </p:cNvSpPr>
          <p:nvPr>
            <p:ph type="body" sz="quarter" idx="27"/>
          </p:nvPr>
        </p:nvSpPr>
        <p:spPr>
          <a:xfrm>
            <a:off x="6177835" y="5061424"/>
            <a:ext cx="2443654" cy="320381"/>
          </a:xfrm>
        </p:spPr>
        <p:txBody>
          <a:bodyPr/>
          <a:lstStyle/>
          <a:p>
            <a:r>
              <a:rPr lang="en-US" dirty="0"/>
              <a:t>Chaitanya </a:t>
            </a:r>
            <a:r>
              <a:rPr lang="en-US" dirty="0" err="1"/>
              <a:t>patel</a:t>
            </a:r>
            <a:endParaRPr lang="en-US" dirty="0"/>
          </a:p>
        </p:txBody>
      </p:sp>
      <p:sp>
        <p:nvSpPr>
          <p:cNvPr id="37" name="Text Placeholder 36">
            <a:extLst>
              <a:ext uri="{FF2B5EF4-FFF2-40B4-BE49-F238E27FC236}">
                <a16:creationId xmlns:a16="http://schemas.microsoft.com/office/drawing/2014/main" id="{E8ED43EC-2B81-4C03-B2D5-1E5BCA9AF590}"/>
              </a:ext>
            </a:extLst>
          </p:cNvPr>
          <p:cNvSpPr>
            <a:spLocks noGrp="1"/>
          </p:cNvSpPr>
          <p:nvPr>
            <p:ph type="body" sz="quarter" idx="28"/>
          </p:nvPr>
        </p:nvSpPr>
        <p:spPr>
          <a:xfrm>
            <a:off x="6177834" y="5406900"/>
            <a:ext cx="2443099" cy="361598"/>
          </a:xfrm>
        </p:spPr>
        <p:txBody>
          <a:bodyPr>
            <a:normAutofit/>
          </a:bodyPr>
          <a:lstStyle/>
          <a:p>
            <a:r>
              <a:rPr lang="en-US"/>
              <a:t>Co-Founder and CFO</a:t>
            </a:r>
          </a:p>
        </p:txBody>
      </p:sp>
      <p:sp>
        <p:nvSpPr>
          <p:cNvPr id="38" name="Text Placeholder 37">
            <a:extLst>
              <a:ext uri="{FF2B5EF4-FFF2-40B4-BE49-F238E27FC236}">
                <a16:creationId xmlns:a16="http://schemas.microsoft.com/office/drawing/2014/main" id="{DE01F9F5-0129-4706-880A-089943A7E1A4}"/>
              </a:ext>
            </a:extLst>
          </p:cNvPr>
          <p:cNvSpPr>
            <a:spLocks noGrp="1"/>
          </p:cNvSpPr>
          <p:nvPr>
            <p:ph type="body" sz="quarter" idx="29"/>
          </p:nvPr>
        </p:nvSpPr>
        <p:spPr>
          <a:xfrm>
            <a:off x="8800181" y="5057897"/>
            <a:ext cx="2443654" cy="320381"/>
          </a:xfrm>
        </p:spPr>
        <p:txBody>
          <a:bodyPr/>
          <a:lstStyle/>
          <a:p>
            <a:r>
              <a:rPr lang="en-US"/>
              <a:t>Harpreet Singh</a:t>
            </a:r>
          </a:p>
        </p:txBody>
      </p:sp>
      <p:sp>
        <p:nvSpPr>
          <p:cNvPr id="39" name="Text Placeholder 38">
            <a:extLst>
              <a:ext uri="{FF2B5EF4-FFF2-40B4-BE49-F238E27FC236}">
                <a16:creationId xmlns:a16="http://schemas.microsoft.com/office/drawing/2014/main" id="{7DA97E58-ABB3-4B9B-B23D-A706C06ED12C}"/>
              </a:ext>
            </a:extLst>
          </p:cNvPr>
          <p:cNvSpPr>
            <a:spLocks noGrp="1"/>
          </p:cNvSpPr>
          <p:nvPr>
            <p:ph type="body" sz="quarter" idx="30"/>
          </p:nvPr>
        </p:nvSpPr>
        <p:spPr>
          <a:xfrm>
            <a:off x="8800180" y="5403373"/>
            <a:ext cx="2443099" cy="361598"/>
          </a:xfrm>
        </p:spPr>
        <p:txBody>
          <a:bodyPr>
            <a:normAutofit/>
          </a:bodyPr>
          <a:lstStyle/>
          <a:p>
            <a:r>
              <a:rPr lang="en-US"/>
              <a:t>Co-Founder and CMO</a:t>
            </a:r>
          </a:p>
        </p:txBody>
      </p:sp>
    </p:spTree>
    <p:extLst>
      <p:ext uri="{BB962C8B-B14F-4D97-AF65-F5344CB8AC3E}">
        <p14:creationId xmlns:p14="http://schemas.microsoft.com/office/powerpoint/2010/main" val="34774530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4">
                                            <p:txEl>
                                              <p:pRg st="0" end="0"/>
                                            </p:txEl>
                                          </p:spTgt>
                                        </p:tgtEl>
                                        <p:attrNameLst>
                                          <p:attrName>style.visibility</p:attrName>
                                        </p:attrNameLst>
                                      </p:cBhvr>
                                      <p:to>
                                        <p:strVal val="visible"/>
                                      </p:to>
                                    </p:set>
                                    <p:animEffect transition="in" filter="fade">
                                      <p:cBhvr>
                                        <p:cTn id="12" dur="1000"/>
                                        <p:tgtEl>
                                          <p:spTgt spid="34">
                                            <p:txEl>
                                              <p:pRg st="0" end="0"/>
                                            </p:txEl>
                                          </p:spTgt>
                                        </p:tgtEl>
                                      </p:cBhvr>
                                    </p:animEffect>
                                    <p:anim calcmode="lin" valueType="num">
                                      <p:cBhvr>
                                        <p:cTn id="13" dur="1000" fill="hold"/>
                                        <p:tgtEl>
                                          <p:spTgt spid="3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5">
                                            <p:txEl>
                                              <p:pRg st="0" end="0"/>
                                            </p:txEl>
                                          </p:spTgt>
                                        </p:tgtEl>
                                        <p:attrNameLst>
                                          <p:attrName>style.visibility</p:attrName>
                                        </p:attrNameLst>
                                      </p:cBhvr>
                                      <p:to>
                                        <p:strVal val="visible"/>
                                      </p:to>
                                    </p:set>
                                    <p:animEffect transition="in" filter="fade">
                                      <p:cBhvr>
                                        <p:cTn id="17" dur="1000"/>
                                        <p:tgtEl>
                                          <p:spTgt spid="35">
                                            <p:txEl>
                                              <p:pRg st="0" end="0"/>
                                            </p:txEl>
                                          </p:spTgt>
                                        </p:tgtEl>
                                      </p:cBhvr>
                                    </p:animEffect>
                                    <p:anim calcmode="lin" valueType="num">
                                      <p:cBhvr>
                                        <p:cTn id="18" dur="1000" fill="hold"/>
                                        <p:tgtEl>
                                          <p:spTgt spid="35">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1000"/>
                                        <p:tgtEl>
                                          <p:spTgt spid="43"/>
                                        </p:tgtEl>
                                      </p:cBhvr>
                                    </p:animEffect>
                                    <p:anim calcmode="lin" valueType="num">
                                      <p:cBhvr>
                                        <p:cTn id="25" dur="1000" fill="hold"/>
                                        <p:tgtEl>
                                          <p:spTgt spid="43"/>
                                        </p:tgtEl>
                                        <p:attrNameLst>
                                          <p:attrName>ppt_x</p:attrName>
                                        </p:attrNameLst>
                                      </p:cBhvr>
                                      <p:tavLst>
                                        <p:tav tm="0">
                                          <p:val>
                                            <p:strVal val="#ppt_x"/>
                                          </p:val>
                                        </p:tav>
                                        <p:tav tm="100000">
                                          <p:val>
                                            <p:strVal val="#ppt_x"/>
                                          </p:val>
                                        </p:tav>
                                      </p:tavLst>
                                    </p:anim>
                                    <p:anim calcmode="lin" valueType="num">
                                      <p:cBhvr>
                                        <p:cTn id="26" dur="1000" fill="hold"/>
                                        <p:tgtEl>
                                          <p:spTgt spid="43"/>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2">
                                            <p:txEl>
                                              <p:pRg st="0" end="0"/>
                                            </p:txEl>
                                          </p:spTgt>
                                        </p:tgtEl>
                                        <p:attrNameLst>
                                          <p:attrName>style.visibility</p:attrName>
                                        </p:attrNameLst>
                                      </p:cBhvr>
                                      <p:to>
                                        <p:strVal val="visible"/>
                                      </p:to>
                                    </p:set>
                                    <p:animEffect transition="in" filter="fade">
                                      <p:cBhvr>
                                        <p:cTn id="29" dur="1000"/>
                                        <p:tgtEl>
                                          <p:spTgt spid="32">
                                            <p:txEl>
                                              <p:pRg st="0" end="0"/>
                                            </p:txEl>
                                          </p:spTgt>
                                        </p:tgtEl>
                                      </p:cBhvr>
                                    </p:animEffect>
                                    <p:anim calcmode="lin" valueType="num">
                                      <p:cBhvr>
                                        <p:cTn id="30"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32">
                                            <p:txEl>
                                              <p:pRg st="0" end="0"/>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3">
                                            <p:txEl>
                                              <p:pRg st="0" end="0"/>
                                            </p:txEl>
                                          </p:spTgt>
                                        </p:tgtEl>
                                        <p:attrNameLst>
                                          <p:attrName>style.visibility</p:attrName>
                                        </p:attrNameLst>
                                      </p:cBhvr>
                                      <p:to>
                                        <p:strVal val="visible"/>
                                      </p:to>
                                    </p:set>
                                    <p:animEffect transition="in" filter="fade">
                                      <p:cBhvr>
                                        <p:cTn id="34" dur="1000"/>
                                        <p:tgtEl>
                                          <p:spTgt spid="33">
                                            <p:txEl>
                                              <p:pRg st="0" end="0"/>
                                            </p:txEl>
                                          </p:spTgt>
                                        </p:tgtEl>
                                      </p:cBhvr>
                                    </p:animEffect>
                                    <p:anim calcmode="lin" valueType="num">
                                      <p:cBhvr>
                                        <p:cTn id="35" dur="1000" fill="hold"/>
                                        <p:tgtEl>
                                          <p:spTgt spid="33">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3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1000"/>
                                        <p:tgtEl>
                                          <p:spTgt spid="45"/>
                                        </p:tgtEl>
                                      </p:cBhvr>
                                    </p:animEffect>
                                    <p:anim calcmode="lin" valueType="num">
                                      <p:cBhvr>
                                        <p:cTn id="42" dur="1000" fill="hold"/>
                                        <p:tgtEl>
                                          <p:spTgt spid="45"/>
                                        </p:tgtEl>
                                        <p:attrNameLst>
                                          <p:attrName>ppt_x</p:attrName>
                                        </p:attrNameLst>
                                      </p:cBhvr>
                                      <p:tavLst>
                                        <p:tav tm="0">
                                          <p:val>
                                            <p:strVal val="#ppt_x"/>
                                          </p:val>
                                        </p:tav>
                                        <p:tav tm="100000">
                                          <p:val>
                                            <p:strVal val="#ppt_x"/>
                                          </p:val>
                                        </p:tav>
                                      </p:tavLst>
                                    </p:anim>
                                    <p:anim calcmode="lin" valueType="num">
                                      <p:cBhvr>
                                        <p:cTn id="43" dur="1000" fill="hold"/>
                                        <p:tgtEl>
                                          <p:spTgt spid="45"/>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6">
                                            <p:txEl>
                                              <p:pRg st="0" end="0"/>
                                            </p:txEl>
                                          </p:spTgt>
                                        </p:tgtEl>
                                        <p:attrNameLst>
                                          <p:attrName>style.visibility</p:attrName>
                                        </p:attrNameLst>
                                      </p:cBhvr>
                                      <p:to>
                                        <p:strVal val="visible"/>
                                      </p:to>
                                    </p:set>
                                    <p:animEffect transition="in" filter="fade">
                                      <p:cBhvr>
                                        <p:cTn id="46" dur="1000"/>
                                        <p:tgtEl>
                                          <p:spTgt spid="36">
                                            <p:txEl>
                                              <p:pRg st="0" end="0"/>
                                            </p:txEl>
                                          </p:spTgt>
                                        </p:tgtEl>
                                      </p:cBhvr>
                                    </p:animEffect>
                                    <p:anim calcmode="lin" valueType="num">
                                      <p:cBhvr>
                                        <p:cTn id="47" dur="1000" fill="hold"/>
                                        <p:tgtEl>
                                          <p:spTgt spid="36">
                                            <p:txEl>
                                              <p:pRg st="0" end="0"/>
                                            </p:txEl>
                                          </p:spTgt>
                                        </p:tgtEl>
                                        <p:attrNameLst>
                                          <p:attrName>ppt_x</p:attrName>
                                        </p:attrNameLst>
                                      </p:cBhvr>
                                      <p:tavLst>
                                        <p:tav tm="0">
                                          <p:val>
                                            <p:strVal val="#ppt_x"/>
                                          </p:val>
                                        </p:tav>
                                        <p:tav tm="100000">
                                          <p:val>
                                            <p:strVal val="#ppt_x"/>
                                          </p:val>
                                        </p:tav>
                                      </p:tavLst>
                                    </p:anim>
                                    <p:anim calcmode="lin" valueType="num">
                                      <p:cBhvr>
                                        <p:cTn id="48" dur="1000" fill="hold"/>
                                        <p:tgtEl>
                                          <p:spTgt spid="36">
                                            <p:txEl>
                                              <p:pRg st="0" end="0"/>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7">
                                            <p:txEl>
                                              <p:pRg st="0" end="0"/>
                                            </p:txEl>
                                          </p:spTgt>
                                        </p:tgtEl>
                                        <p:attrNameLst>
                                          <p:attrName>style.visibility</p:attrName>
                                        </p:attrNameLst>
                                      </p:cBhvr>
                                      <p:to>
                                        <p:strVal val="visible"/>
                                      </p:to>
                                    </p:set>
                                    <p:animEffect transition="in" filter="fade">
                                      <p:cBhvr>
                                        <p:cTn id="51" dur="1000"/>
                                        <p:tgtEl>
                                          <p:spTgt spid="37">
                                            <p:txEl>
                                              <p:pRg st="0" end="0"/>
                                            </p:txEl>
                                          </p:spTgt>
                                        </p:tgtEl>
                                      </p:cBhvr>
                                    </p:animEffect>
                                    <p:anim calcmode="lin" valueType="num">
                                      <p:cBhvr>
                                        <p:cTn id="52" dur="1000" fill="hold"/>
                                        <p:tgtEl>
                                          <p:spTgt spid="37">
                                            <p:txEl>
                                              <p:pRg st="0" end="0"/>
                                            </p:txEl>
                                          </p:spTgt>
                                        </p:tgtEl>
                                        <p:attrNameLst>
                                          <p:attrName>ppt_x</p:attrName>
                                        </p:attrNameLst>
                                      </p:cBhvr>
                                      <p:tavLst>
                                        <p:tav tm="0">
                                          <p:val>
                                            <p:strVal val="#ppt_x"/>
                                          </p:val>
                                        </p:tav>
                                        <p:tav tm="100000">
                                          <p:val>
                                            <p:strVal val="#ppt_x"/>
                                          </p:val>
                                        </p:tav>
                                      </p:tavLst>
                                    </p:anim>
                                    <p:anim calcmode="lin" valueType="num">
                                      <p:cBhvr>
                                        <p:cTn id="53" dur="1000" fill="hold"/>
                                        <p:tgtEl>
                                          <p:spTgt spid="3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fade">
                                      <p:cBhvr>
                                        <p:cTn id="58" dur="1000"/>
                                        <p:tgtEl>
                                          <p:spTgt spid="47"/>
                                        </p:tgtEl>
                                      </p:cBhvr>
                                    </p:animEffect>
                                    <p:anim calcmode="lin" valueType="num">
                                      <p:cBhvr>
                                        <p:cTn id="59" dur="1000" fill="hold"/>
                                        <p:tgtEl>
                                          <p:spTgt spid="47"/>
                                        </p:tgtEl>
                                        <p:attrNameLst>
                                          <p:attrName>ppt_x</p:attrName>
                                        </p:attrNameLst>
                                      </p:cBhvr>
                                      <p:tavLst>
                                        <p:tav tm="0">
                                          <p:val>
                                            <p:strVal val="#ppt_x"/>
                                          </p:val>
                                        </p:tav>
                                        <p:tav tm="100000">
                                          <p:val>
                                            <p:strVal val="#ppt_x"/>
                                          </p:val>
                                        </p:tav>
                                      </p:tavLst>
                                    </p:anim>
                                    <p:anim calcmode="lin" valueType="num">
                                      <p:cBhvr>
                                        <p:cTn id="60" dur="1000" fill="hold"/>
                                        <p:tgtEl>
                                          <p:spTgt spid="47"/>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8">
                                            <p:txEl>
                                              <p:pRg st="0" end="0"/>
                                            </p:txEl>
                                          </p:spTgt>
                                        </p:tgtEl>
                                        <p:attrNameLst>
                                          <p:attrName>style.visibility</p:attrName>
                                        </p:attrNameLst>
                                      </p:cBhvr>
                                      <p:to>
                                        <p:strVal val="visible"/>
                                      </p:to>
                                    </p:set>
                                    <p:animEffect transition="in" filter="fade">
                                      <p:cBhvr>
                                        <p:cTn id="63" dur="1000"/>
                                        <p:tgtEl>
                                          <p:spTgt spid="38">
                                            <p:txEl>
                                              <p:pRg st="0" end="0"/>
                                            </p:txEl>
                                          </p:spTgt>
                                        </p:tgtEl>
                                      </p:cBhvr>
                                    </p:animEffect>
                                    <p:anim calcmode="lin" valueType="num">
                                      <p:cBhvr>
                                        <p:cTn id="64" dur="1000" fill="hold"/>
                                        <p:tgtEl>
                                          <p:spTgt spid="38">
                                            <p:txEl>
                                              <p:pRg st="0" end="0"/>
                                            </p:txEl>
                                          </p:spTgt>
                                        </p:tgtEl>
                                        <p:attrNameLst>
                                          <p:attrName>ppt_x</p:attrName>
                                        </p:attrNameLst>
                                      </p:cBhvr>
                                      <p:tavLst>
                                        <p:tav tm="0">
                                          <p:val>
                                            <p:strVal val="#ppt_x"/>
                                          </p:val>
                                        </p:tav>
                                        <p:tav tm="100000">
                                          <p:val>
                                            <p:strVal val="#ppt_x"/>
                                          </p:val>
                                        </p:tav>
                                      </p:tavLst>
                                    </p:anim>
                                    <p:anim calcmode="lin" valueType="num">
                                      <p:cBhvr>
                                        <p:cTn id="65" dur="1000" fill="hold"/>
                                        <p:tgtEl>
                                          <p:spTgt spid="38">
                                            <p:txEl>
                                              <p:pRg st="0" end="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9">
                                            <p:txEl>
                                              <p:pRg st="0" end="0"/>
                                            </p:txEl>
                                          </p:spTgt>
                                        </p:tgtEl>
                                        <p:attrNameLst>
                                          <p:attrName>style.visibility</p:attrName>
                                        </p:attrNameLst>
                                      </p:cBhvr>
                                      <p:to>
                                        <p:strVal val="visible"/>
                                      </p:to>
                                    </p:set>
                                    <p:animEffect transition="in" filter="fade">
                                      <p:cBhvr>
                                        <p:cTn id="68" dur="1000"/>
                                        <p:tgtEl>
                                          <p:spTgt spid="39">
                                            <p:txEl>
                                              <p:pRg st="0" end="0"/>
                                            </p:txEl>
                                          </p:spTgt>
                                        </p:tgtEl>
                                      </p:cBhvr>
                                    </p:animEffect>
                                    <p:anim calcmode="lin" valueType="num">
                                      <p:cBhvr>
                                        <p:cTn id="69" dur="1000" fill="hold"/>
                                        <p:tgtEl>
                                          <p:spTgt spid="39">
                                            <p:txEl>
                                              <p:pRg st="0" end="0"/>
                                            </p:txEl>
                                          </p:spTgt>
                                        </p:tgtEl>
                                        <p:attrNameLst>
                                          <p:attrName>ppt_x</p:attrName>
                                        </p:attrNameLst>
                                      </p:cBhvr>
                                      <p:tavLst>
                                        <p:tav tm="0">
                                          <p:val>
                                            <p:strVal val="#ppt_x"/>
                                          </p:val>
                                        </p:tav>
                                        <p:tav tm="100000">
                                          <p:val>
                                            <p:strVal val="#ppt_x"/>
                                          </p:val>
                                        </p:tav>
                                      </p:tavLst>
                                    </p:anim>
                                    <p:anim calcmode="lin" valueType="num">
                                      <p:cBhvr>
                                        <p:cTn id="70" dur="1000" fill="hold"/>
                                        <p:tgtEl>
                                          <p:spTgt spid="3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bldP spid="33" grpId="0" build="p"/>
      <p:bldP spid="34" grpId="0" build="p"/>
      <p:bldP spid="35" grpId="0" build="p"/>
      <p:bldP spid="36" grpId="0" build="p"/>
      <p:bldP spid="37" grpId="0" build="p"/>
      <p:bldP spid="38" grpId="0" build="p"/>
      <p:bldP spid="3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7A98D-3EC7-8916-2C78-1A00C06B10C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1EA0F3F4-8DC0-9CEF-E71D-2478D48043A2}"/>
              </a:ext>
            </a:extLst>
          </p:cNvPr>
          <p:cNvSpPr/>
          <p:nvPr/>
        </p:nvSpPr>
        <p:spPr>
          <a:xfrm>
            <a:off x="5070551" y="6432795"/>
            <a:ext cx="6639381" cy="2129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11">
            <a:extLst>
              <a:ext uri="{FF2B5EF4-FFF2-40B4-BE49-F238E27FC236}">
                <a16:creationId xmlns:a16="http://schemas.microsoft.com/office/drawing/2014/main" id="{DEBC4BD5-4FCB-2023-83E6-76A2BB199BBF}"/>
              </a:ext>
            </a:extLst>
          </p:cNvPr>
          <p:cNvSpPr>
            <a:spLocks noGrp="1"/>
          </p:cNvSpPr>
          <p:nvPr>
            <p:ph type="ftr" sz="quarter" idx="21"/>
          </p:nvPr>
        </p:nvSpPr>
        <p:spPr>
          <a:xfrm>
            <a:off x="4038600" y="6432683"/>
            <a:ext cx="4114800" cy="365125"/>
          </a:xfrm>
        </p:spPr>
        <p:txBody>
          <a:bodyPr/>
          <a:lstStyle/>
          <a:p>
            <a:r>
              <a:rPr lang="en-ZA"/>
              <a:t>Client Pitch</a:t>
            </a:r>
          </a:p>
          <a:p>
            <a:endParaRPr lang="en-US"/>
          </a:p>
        </p:txBody>
      </p:sp>
      <p:sp>
        <p:nvSpPr>
          <p:cNvPr id="3" name="Content Placeholder 2">
            <a:extLst>
              <a:ext uri="{FF2B5EF4-FFF2-40B4-BE49-F238E27FC236}">
                <a16:creationId xmlns:a16="http://schemas.microsoft.com/office/drawing/2014/main" id="{A9121AC9-B784-16F3-3E05-80E6C89C5F5F}"/>
              </a:ext>
            </a:extLst>
          </p:cNvPr>
          <p:cNvSpPr>
            <a:spLocks noGrp="1"/>
          </p:cNvSpPr>
          <p:nvPr>
            <p:ph type="body" sz="quarter" idx="13"/>
          </p:nvPr>
        </p:nvSpPr>
        <p:spPr>
          <a:xfrm>
            <a:off x="4450921" y="420154"/>
            <a:ext cx="5042568" cy="2071178"/>
          </a:xfrm>
        </p:spPr>
        <p:txBody>
          <a:bodyPr vert="horz" lIns="0" tIns="45720" rIns="91440" bIns="45720" rtlCol="0" anchor="t">
            <a:normAutofit/>
          </a:bodyPr>
          <a:lstStyle/>
          <a:p>
            <a:r>
              <a:rPr lang="en-US">
                <a:ea typeface="Source Sans Pro"/>
              </a:rPr>
              <a:t>VASUKUMAR PATEL</a:t>
            </a:r>
          </a:p>
        </p:txBody>
      </p:sp>
      <p:sp>
        <p:nvSpPr>
          <p:cNvPr id="2" name="Title 1">
            <a:extLst>
              <a:ext uri="{FF2B5EF4-FFF2-40B4-BE49-F238E27FC236}">
                <a16:creationId xmlns:a16="http://schemas.microsoft.com/office/drawing/2014/main" id="{E65C5BF9-BFAB-2092-B789-373C9104323E}"/>
              </a:ext>
            </a:extLst>
          </p:cNvPr>
          <p:cNvSpPr>
            <a:spLocks noGrp="1"/>
          </p:cNvSpPr>
          <p:nvPr>
            <p:ph type="title"/>
          </p:nvPr>
        </p:nvSpPr>
        <p:spPr>
          <a:xfrm>
            <a:off x="1034142" y="419184"/>
            <a:ext cx="2362200" cy="1110286"/>
          </a:xfrm>
        </p:spPr>
        <p:txBody>
          <a:bodyPr/>
          <a:lstStyle/>
          <a:p>
            <a:r>
              <a:rPr lang="en-US">
                <a:ea typeface="Source Sans Pro"/>
              </a:rPr>
              <a:t>Team expertise</a:t>
            </a:r>
          </a:p>
        </p:txBody>
      </p:sp>
      <p:sp>
        <p:nvSpPr>
          <p:cNvPr id="13" name="Slide Number Placeholder 12">
            <a:extLst>
              <a:ext uri="{FF2B5EF4-FFF2-40B4-BE49-F238E27FC236}">
                <a16:creationId xmlns:a16="http://schemas.microsoft.com/office/drawing/2014/main" id="{4341EFC2-CF48-2F66-E4E6-FFDBDD4CA33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4</a:t>
            </a:fld>
            <a:endParaRPr lang="en-US"/>
          </a:p>
        </p:txBody>
      </p:sp>
      <p:sp>
        <p:nvSpPr>
          <p:cNvPr id="6" name="Text Placeholder 5">
            <a:extLst>
              <a:ext uri="{FF2B5EF4-FFF2-40B4-BE49-F238E27FC236}">
                <a16:creationId xmlns:a16="http://schemas.microsoft.com/office/drawing/2014/main" id="{5A1F50D6-2B4E-06C6-C7D3-596903DDD0BE}"/>
              </a:ext>
            </a:extLst>
          </p:cNvPr>
          <p:cNvSpPr>
            <a:spLocks noGrp="1"/>
          </p:cNvSpPr>
          <p:nvPr>
            <p:ph type="body" sz="quarter" idx="24"/>
          </p:nvPr>
        </p:nvSpPr>
        <p:spPr>
          <a:xfrm>
            <a:off x="4450922" y="2120383"/>
            <a:ext cx="7742038" cy="1190042"/>
          </a:xfrm>
        </p:spPr>
        <p:txBody>
          <a:bodyPr vert="horz" lIns="0" tIns="45720" rIns="91440" bIns="45720" rtlCol="0" anchor="t">
            <a:normAutofit fontScale="77500" lnSpcReduction="20000"/>
          </a:bodyPr>
          <a:lstStyle/>
          <a:p>
            <a:pPr>
              <a:lnSpc>
                <a:spcPct val="170000"/>
              </a:lnSpc>
            </a:pPr>
            <a:r>
              <a:rPr lang="en-US" sz="2200">
                <a:ea typeface="+mn-lt"/>
                <a:cs typeface="+mn-lt"/>
              </a:rPr>
              <a:t>Responsible for the company's setting technology strategy and innovation and R&amp;D.  </a:t>
            </a:r>
          </a:p>
          <a:p>
            <a:pPr>
              <a:lnSpc>
                <a:spcPct val="170000"/>
              </a:lnSpc>
            </a:pPr>
            <a:r>
              <a:rPr lang="en-US" sz="2200">
                <a:ea typeface="+mn-lt"/>
                <a:cs typeface="+mn-lt"/>
              </a:rPr>
              <a:t>Expertise in project management and embedded software engineering.</a:t>
            </a:r>
          </a:p>
          <a:p>
            <a:endParaRPr lang="en-US" sz="1400">
              <a:ea typeface="Source Sans Pro"/>
            </a:endParaRPr>
          </a:p>
          <a:p>
            <a:endParaRPr lang="en-US" sz="1600">
              <a:ea typeface="Source Sans Pro"/>
            </a:endParaRPr>
          </a:p>
        </p:txBody>
      </p:sp>
      <p:sp>
        <p:nvSpPr>
          <p:cNvPr id="7" name="Text Placeholder 6">
            <a:extLst>
              <a:ext uri="{FF2B5EF4-FFF2-40B4-BE49-F238E27FC236}">
                <a16:creationId xmlns:a16="http://schemas.microsoft.com/office/drawing/2014/main" id="{325CD443-5161-870A-0DC1-8AD889911DE9}"/>
              </a:ext>
            </a:extLst>
          </p:cNvPr>
          <p:cNvSpPr>
            <a:spLocks noGrp="1"/>
          </p:cNvSpPr>
          <p:nvPr>
            <p:ph type="body" sz="quarter" idx="25"/>
          </p:nvPr>
        </p:nvSpPr>
        <p:spPr>
          <a:xfrm>
            <a:off x="4450921" y="4775758"/>
            <a:ext cx="5042568" cy="544497"/>
          </a:xfrm>
        </p:spPr>
        <p:txBody>
          <a:bodyPr/>
          <a:lstStyle/>
          <a:p>
            <a:r>
              <a:rPr lang="en-US">
                <a:ea typeface="Source Sans Pro"/>
              </a:rPr>
              <a:t>HARPREET SINGH</a:t>
            </a:r>
          </a:p>
        </p:txBody>
      </p:sp>
      <p:sp>
        <p:nvSpPr>
          <p:cNvPr id="8" name="Text Placeholder 7">
            <a:extLst>
              <a:ext uri="{FF2B5EF4-FFF2-40B4-BE49-F238E27FC236}">
                <a16:creationId xmlns:a16="http://schemas.microsoft.com/office/drawing/2014/main" id="{4905DED4-B56C-B0C0-ACEB-FD797D26C0D0}"/>
              </a:ext>
            </a:extLst>
          </p:cNvPr>
          <p:cNvSpPr>
            <a:spLocks noGrp="1"/>
          </p:cNvSpPr>
          <p:nvPr>
            <p:ph type="body" sz="quarter" idx="26"/>
          </p:nvPr>
        </p:nvSpPr>
        <p:spPr>
          <a:xfrm>
            <a:off x="4450922" y="5334147"/>
            <a:ext cx="7742039" cy="853867"/>
          </a:xfrm>
        </p:spPr>
        <p:txBody>
          <a:bodyPr vert="horz" lIns="0" tIns="45720" rIns="91440" bIns="45720" rtlCol="0" anchor="t">
            <a:normAutofit fontScale="25000" lnSpcReduction="20000"/>
          </a:bodyPr>
          <a:lstStyle/>
          <a:p>
            <a:pPr>
              <a:lnSpc>
                <a:spcPct val="170000"/>
              </a:lnSpc>
            </a:pPr>
            <a:r>
              <a:rPr lang="en-US" sz="6800">
                <a:ea typeface="+mn-lt"/>
                <a:cs typeface="+mn-lt"/>
              </a:rPr>
              <a:t>Responsible for the company's marketing strategic planning </a:t>
            </a:r>
          </a:p>
          <a:p>
            <a:pPr>
              <a:lnSpc>
                <a:spcPct val="170000"/>
              </a:lnSpc>
            </a:pPr>
            <a:r>
              <a:rPr lang="en-US" sz="6800">
                <a:ea typeface="+mn-lt"/>
                <a:cs typeface="+mn-lt"/>
              </a:rPr>
              <a:t>Expertise in digital marketing and brand management.</a:t>
            </a:r>
          </a:p>
          <a:p>
            <a:endParaRPr lang="en-US">
              <a:ea typeface="Source Sans Pro"/>
            </a:endParaRPr>
          </a:p>
          <a:p>
            <a:endParaRPr lang="en-US">
              <a:ea typeface="Source Sans Pro"/>
            </a:endParaRPr>
          </a:p>
        </p:txBody>
      </p:sp>
      <p:sp>
        <p:nvSpPr>
          <p:cNvPr id="9" name="Text Placeholder 8">
            <a:extLst>
              <a:ext uri="{FF2B5EF4-FFF2-40B4-BE49-F238E27FC236}">
                <a16:creationId xmlns:a16="http://schemas.microsoft.com/office/drawing/2014/main" id="{0B2306CA-7670-8284-6669-9021730121DF}"/>
              </a:ext>
            </a:extLst>
          </p:cNvPr>
          <p:cNvSpPr>
            <a:spLocks noGrp="1"/>
          </p:cNvSpPr>
          <p:nvPr>
            <p:ph type="body" sz="quarter" idx="27"/>
          </p:nvPr>
        </p:nvSpPr>
        <p:spPr>
          <a:xfrm>
            <a:off x="4450921" y="3174478"/>
            <a:ext cx="5042568" cy="723793"/>
          </a:xfrm>
        </p:spPr>
        <p:txBody>
          <a:bodyPr/>
          <a:lstStyle/>
          <a:p>
            <a:r>
              <a:rPr lang="en-US">
                <a:ea typeface="Source Sans Pro"/>
              </a:rPr>
              <a:t>Chaitanya patel</a:t>
            </a:r>
            <a:endParaRPr lang="en-US"/>
          </a:p>
        </p:txBody>
      </p:sp>
      <p:sp>
        <p:nvSpPr>
          <p:cNvPr id="10" name="Text Placeholder 9">
            <a:extLst>
              <a:ext uri="{FF2B5EF4-FFF2-40B4-BE49-F238E27FC236}">
                <a16:creationId xmlns:a16="http://schemas.microsoft.com/office/drawing/2014/main" id="{3E8A920D-52EE-8440-4C95-B2DD3D205877}"/>
              </a:ext>
            </a:extLst>
          </p:cNvPr>
          <p:cNvSpPr>
            <a:spLocks noGrp="1"/>
          </p:cNvSpPr>
          <p:nvPr>
            <p:ph type="body" sz="quarter" idx="28"/>
          </p:nvPr>
        </p:nvSpPr>
        <p:spPr>
          <a:xfrm>
            <a:off x="4450922" y="3699249"/>
            <a:ext cx="7742039" cy="1190045"/>
          </a:xfrm>
        </p:spPr>
        <p:txBody>
          <a:bodyPr vert="horz" lIns="0" tIns="45720" rIns="91440" bIns="45720" rtlCol="0" anchor="t">
            <a:noAutofit/>
          </a:bodyPr>
          <a:lstStyle/>
          <a:p>
            <a:r>
              <a:rPr lang="en-US" sz="1700">
                <a:ea typeface="+mn-lt"/>
                <a:cs typeface="+mn-lt"/>
              </a:rPr>
              <a:t>Responsible for the company's finance planning and budget management. </a:t>
            </a:r>
          </a:p>
          <a:p>
            <a:r>
              <a:rPr lang="en-US" sz="1700">
                <a:ea typeface="+mn-lt"/>
                <a:cs typeface="+mn-lt"/>
              </a:rPr>
              <a:t>Expertise in financial analysis and planning and fintech.</a:t>
            </a:r>
          </a:p>
          <a:p>
            <a:endParaRPr lang="en-US">
              <a:ea typeface="Source Sans Pro"/>
            </a:endParaRPr>
          </a:p>
          <a:p>
            <a:endParaRPr lang="en-US">
              <a:ea typeface="Source Sans Pro"/>
            </a:endParaRPr>
          </a:p>
        </p:txBody>
      </p:sp>
      <p:sp>
        <p:nvSpPr>
          <p:cNvPr id="15" name="Rectangle 14">
            <a:extLst>
              <a:ext uri="{FF2B5EF4-FFF2-40B4-BE49-F238E27FC236}">
                <a16:creationId xmlns:a16="http://schemas.microsoft.com/office/drawing/2014/main" id="{B61E55C7-6A7B-C009-75C0-DD486E79ECED}"/>
              </a:ext>
            </a:extLst>
          </p:cNvPr>
          <p:cNvSpPr/>
          <p:nvPr/>
        </p:nvSpPr>
        <p:spPr>
          <a:xfrm>
            <a:off x="3777273" y="1532273"/>
            <a:ext cx="8400522" cy="369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73569F13-858B-B1CC-EA99-A7D70F5250E1}"/>
              </a:ext>
            </a:extLst>
          </p:cNvPr>
          <p:cNvSpPr>
            <a:spLocks noGrp="1"/>
          </p:cNvSpPr>
          <p:nvPr>
            <p:ph type="body" sz="quarter" idx="23"/>
          </p:nvPr>
        </p:nvSpPr>
        <p:spPr>
          <a:xfrm>
            <a:off x="4450921" y="262113"/>
            <a:ext cx="5042568" cy="3278731"/>
          </a:xfrm>
        </p:spPr>
        <p:txBody>
          <a:bodyPr/>
          <a:lstStyle/>
          <a:p>
            <a:r>
              <a:rPr lang="en-US">
                <a:ea typeface="Source Sans Pro"/>
              </a:rPr>
              <a:t>Sabit Naim</a:t>
            </a:r>
            <a:endParaRPr lang="en-US"/>
          </a:p>
        </p:txBody>
      </p:sp>
      <p:sp>
        <p:nvSpPr>
          <p:cNvPr id="16" name="Rectangle: Rounded Corners 15">
            <a:extLst>
              <a:ext uri="{FF2B5EF4-FFF2-40B4-BE49-F238E27FC236}">
                <a16:creationId xmlns:a16="http://schemas.microsoft.com/office/drawing/2014/main" id="{72339FAD-7066-E4DE-B12D-8451483F9C51}"/>
              </a:ext>
            </a:extLst>
          </p:cNvPr>
          <p:cNvSpPr/>
          <p:nvPr/>
        </p:nvSpPr>
        <p:spPr>
          <a:xfrm>
            <a:off x="588775" y="6163350"/>
            <a:ext cx="1102387" cy="53866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2F0FEC53-7428-3F82-DA66-EAE2448428CE}"/>
              </a:ext>
            </a:extLst>
          </p:cNvPr>
          <p:cNvSpPr>
            <a:spLocks noGrp="1"/>
          </p:cNvSpPr>
          <p:nvPr>
            <p:ph type="body" sz="quarter" idx="15"/>
          </p:nvPr>
        </p:nvSpPr>
        <p:spPr>
          <a:xfrm>
            <a:off x="4450922" y="675984"/>
            <a:ext cx="7585155" cy="2344249"/>
          </a:xfrm>
        </p:spPr>
        <p:txBody>
          <a:bodyPr vert="horz" lIns="0" tIns="45720" rIns="91440" bIns="45720" rtlCol="0" anchor="t">
            <a:noAutofit/>
          </a:bodyPr>
          <a:lstStyle/>
          <a:p>
            <a:r>
              <a:rPr lang="en-US" sz="1700">
                <a:ea typeface="+mn-lt"/>
                <a:cs typeface="+mn-lt"/>
              </a:rPr>
              <a:t>Responsible for the company's strategic direction and financial decisions.</a:t>
            </a:r>
          </a:p>
          <a:p>
            <a:r>
              <a:rPr lang="en-US" sz="1700">
                <a:ea typeface="+mn-lt"/>
                <a:cs typeface="+mn-lt"/>
              </a:rPr>
              <a:t>Expertise in product development and software engineering.</a:t>
            </a:r>
          </a:p>
          <a:p>
            <a:endParaRPr lang="en-US" sz="1400">
              <a:ea typeface="Source Sans Pro"/>
            </a:endParaRPr>
          </a:p>
          <a:p>
            <a:endParaRPr lang="en-US">
              <a:ea typeface="Source Sans Pro"/>
            </a:endParaRPr>
          </a:p>
        </p:txBody>
      </p:sp>
      <p:sp>
        <p:nvSpPr>
          <p:cNvPr id="11" name="Date Placeholder 10">
            <a:extLst>
              <a:ext uri="{FF2B5EF4-FFF2-40B4-BE49-F238E27FC236}">
                <a16:creationId xmlns:a16="http://schemas.microsoft.com/office/drawing/2014/main" id="{58C32D52-DB4E-6F56-16E9-B93E6A35DD52}"/>
              </a:ext>
            </a:extLst>
          </p:cNvPr>
          <p:cNvSpPr>
            <a:spLocks noGrp="1"/>
          </p:cNvSpPr>
          <p:nvPr>
            <p:ph type="dt" sz="half" idx="20"/>
          </p:nvPr>
        </p:nvSpPr>
        <p:spPr>
          <a:xfrm>
            <a:off x="838200" y="6356350"/>
            <a:ext cx="2743200" cy="365125"/>
          </a:xfrm>
        </p:spPr>
        <p:txBody>
          <a:bodyPr/>
          <a:lstStyle/>
          <a:p>
            <a:r>
              <a:rPr lang="en-US"/>
              <a:t>04/11/2024</a:t>
            </a:r>
          </a:p>
        </p:txBody>
      </p:sp>
    </p:spTree>
    <p:extLst>
      <p:ext uri="{BB962C8B-B14F-4D97-AF65-F5344CB8AC3E}">
        <p14:creationId xmlns:p14="http://schemas.microsoft.com/office/powerpoint/2010/main" val="271888173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034186" y="2903538"/>
            <a:ext cx="3104198" cy="345475"/>
          </a:xfrm>
        </p:spPr>
        <p:txBody>
          <a:bodyPr vert="horz" lIns="0" tIns="45720" rIns="91440" bIns="45720" rtlCol="0" anchor="t">
            <a:normAutofit/>
          </a:bodyPr>
          <a:lstStyle/>
          <a:p>
            <a:r>
              <a:rPr lang="en-US" dirty="0"/>
              <a:t>Superior Security</a:t>
            </a:r>
          </a:p>
        </p:txBody>
      </p:sp>
      <p:sp>
        <p:nvSpPr>
          <p:cNvPr id="4" name="Text Placeholder 3">
            <a:extLst>
              <a:ext uri="{FF2B5EF4-FFF2-40B4-BE49-F238E27FC236}">
                <a16:creationId xmlns:a16="http://schemas.microsoft.com/office/drawing/2014/main" id="{B33DB723-F5E2-41A5-84C1-EBDEDA5B2188}"/>
              </a:ext>
            </a:extLst>
          </p:cNvPr>
          <p:cNvSpPr>
            <a:spLocks noGrp="1"/>
          </p:cNvSpPr>
          <p:nvPr>
            <p:ph type="body" sz="quarter" idx="15"/>
          </p:nvPr>
        </p:nvSpPr>
        <p:spPr>
          <a:xfrm>
            <a:off x="1034141" y="3249013"/>
            <a:ext cx="3103493" cy="866401"/>
          </a:xfrm>
        </p:spPr>
        <p:txBody>
          <a:bodyPr>
            <a:normAutofit lnSpcReduction="10000"/>
          </a:bodyPr>
          <a:lstStyle/>
          <a:p>
            <a:r>
              <a:rPr lang="en-US" dirty="0"/>
              <a:t>In this fast-paced world, companies use high-end technologies like blockchain to secure their data, so why lack behind?</a:t>
            </a:r>
          </a:p>
        </p:txBody>
      </p:sp>
      <p:sp>
        <p:nvSpPr>
          <p:cNvPr id="5" name="Text Placeholder 4">
            <a:extLst>
              <a:ext uri="{FF2B5EF4-FFF2-40B4-BE49-F238E27FC236}">
                <a16:creationId xmlns:a16="http://schemas.microsoft.com/office/drawing/2014/main" id="{EBEDB7CB-2A17-4C89-8463-567F882F6B1C}"/>
              </a:ext>
            </a:extLst>
          </p:cNvPr>
          <p:cNvSpPr>
            <a:spLocks noGrp="1"/>
          </p:cNvSpPr>
          <p:nvPr>
            <p:ph type="body" sz="quarter" idx="16"/>
          </p:nvPr>
        </p:nvSpPr>
        <p:spPr>
          <a:xfrm>
            <a:off x="4641894" y="2903538"/>
            <a:ext cx="3104198" cy="320381"/>
          </a:xfrm>
        </p:spPr>
        <p:txBody>
          <a:bodyPr/>
          <a:lstStyle/>
          <a:p>
            <a:r>
              <a:rPr lang="en-US"/>
              <a:t>No Fraud</a:t>
            </a:r>
          </a:p>
        </p:txBody>
      </p:sp>
      <p:sp>
        <p:nvSpPr>
          <p:cNvPr id="6" name="Text Placeholder 5">
            <a:extLst>
              <a:ext uri="{FF2B5EF4-FFF2-40B4-BE49-F238E27FC236}">
                <a16:creationId xmlns:a16="http://schemas.microsoft.com/office/drawing/2014/main" id="{D8F83235-6CF2-4F43-BEFE-6C0E272FDCC6}"/>
              </a:ext>
            </a:extLst>
          </p:cNvPr>
          <p:cNvSpPr>
            <a:spLocks noGrp="1"/>
          </p:cNvSpPr>
          <p:nvPr>
            <p:ph type="body" sz="quarter" idx="17"/>
          </p:nvPr>
        </p:nvSpPr>
        <p:spPr>
          <a:xfrm>
            <a:off x="4642223" y="3249013"/>
            <a:ext cx="3103493" cy="866401"/>
          </a:xfrm>
        </p:spPr>
        <p:txBody>
          <a:bodyPr>
            <a:normAutofit lnSpcReduction="10000"/>
          </a:bodyPr>
          <a:lstStyle/>
          <a:p>
            <a:r>
              <a:rPr lang="en-US" dirty="0"/>
              <a:t>Nobody can steal your password and get into your account to steal important data, making you lose your job.</a:t>
            </a:r>
          </a:p>
          <a:p>
            <a:endParaRPr lang="en-US" dirty="0"/>
          </a:p>
        </p:txBody>
      </p:sp>
      <p:sp>
        <p:nvSpPr>
          <p:cNvPr id="7" name="Text Placeholder 6">
            <a:extLst>
              <a:ext uri="{FF2B5EF4-FFF2-40B4-BE49-F238E27FC236}">
                <a16:creationId xmlns:a16="http://schemas.microsoft.com/office/drawing/2014/main" id="{38567012-CD35-41AB-B12D-92555A9BE0D0}"/>
              </a:ext>
            </a:extLst>
          </p:cNvPr>
          <p:cNvSpPr>
            <a:spLocks noGrp="1"/>
          </p:cNvSpPr>
          <p:nvPr>
            <p:ph type="body" sz="quarter" idx="18"/>
          </p:nvPr>
        </p:nvSpPr>
        <p:spPr>
          <a:xfrm>
            <a:off x="8249601" y="2903538"/>
            <a:ext cx="3104198" cy="320381"/>
          </a:xfrm>
        </p:spPr>
        <p:txBody>
          <a:bodyPr/>
          <a:lstStyle/>
          <a:p>
            <a:r>
              <a:rPr lang="en-US"/>
              <a:t>Efficiency</a:t>
            </a:r>
          </a:p>
        </p:txBody>
      </p:sp>
      <p:sp>
        <p:nvSpPr>
          <p:cNvPr id="8" name="Text Placeholder 7">
            <a:extLst>
              <a:ext uri="{FF2B5EF4-FFF2-40B4-BE49-F238E27FC236}">
                <a16:creationId xmlns:a16="http://schemas.microsoft.com/office/drawing/2014/main" id="{0DC896C3-77D0-44A1-B244-9554FA063FEE}"/>
              </a:ext>
            </a:extLst>
          </p:cNvPr>
          <p:cNvSpPr>
            <a:spLocks noGrp="1"/>
          </p:cNvSpPr>
          <p:nvPr>
            <p:ph type="body" sz="quarter" idx="19"/>
          </p:nvPr>
        </p:nvSpPr>
        <p:spPr>
          <a:xfrm>
            <a:off x="8250305" y="3249013"/>
            <a:ext cx="3103493" cy="866401"/>
          </a:xfrm>
        </p:spPr>
        <p:txBody>
          <a:bodyPr>
            <a:normAutofit lnSpcReduction="10000"/>
          </a:bodyPr>
          <a:lstStyle/>
          <a:p>
            <a:r>
              <a:rPr lang="en-US" dirty="0"/>
              <a:t>Biometric data is unique to everyone; therefore, no changing passwords or typing them.</a:t>
            </a:r>
          </a:p>
        </p:txBody>
      </p:sp>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1034142" y="1110286"/>
            <a:ext cx="10515600" cy="924808"/>
          </a:xfrm>
        </p:spPr>
        <p:txBody>
          <a:bodyPr>
            <a:normAutofit/>
          </a:bodyPr>
          <a:lstStyle/>
          <a:p>
            <a:r>
              <a:rPr lang="en-US"/>
              <a:t>Why do you need </a:t>
            </a:r>
            <a:r>
              <a:rPr lang="en-CA" sz="2800"/>
              <a:t>Biometric Authentication Hardware?</a:t>
            </a:r>
            <a:r>
              <a:rPr lang="en-US"/>
              <a:t> </a:t>
            </a:r>
          </a:p>
        </p:txBody>
      </p:sp>
      <p:sp>
        <p:nvSpPr>
          <p:cNvPr id="13" name="Date Placeholder 12">
            <a:extLst>
              <a:ext uri="{FF2B5EF4-FFF2-40B4-BE49-F238E27FC236}">
                <a16:creationId xmlns:a16="http://schemas.microsoft.com/office/drawing/2014/main" id="{82D29919-4912-4253-A7DE-F4EFF799094E}"/>
              </a:ext>
            </a:extLst>
          </p:cNvPr>
          <p:cNvSpPr>
            <a:spLocks noGrp="1"/>
          </p:cNvSpPr>
          <p:nvPr>
            <p:ph type="dt" sz="half" idx="20"/>
          </p:nvPr>
        </p:nvSpPr>
        <p:spPr>
          <a:xfrm>
            <a:off x="838200" y="6356350"/>
            <a:ext cx="2743200" cy="365125"/>
          </a:xfrm>
        </p:spPr>
        <p:txBody>
          <a:bodyPr/>
          <a:lstStyle/>
          <a:p>
            <a:r>
              <a:rPr lang="en-US"/>
              <a:t>04/11/2024</a:t>
            </a:r>
          </a:p>
        </p:txBody>
      </p:sp>
      <p:sp>
        <p:nvSpPr>
          <p:cNvPr id="14" name="Footer Placeholder 13">
            <a:extLst>
              <a:ext uri="{FF2B5EF4-FFF2-40B4-BE49-F238E27FC236}">
                <a16:creationId xmlns:a16="http://schemas.microsoft.com/office/drawing/2014/main" id="{99C42777-54AD-453F-B4EF-F59AF9213DDA}"/>
              </a:ext>
            </a:extLst>
          </p:cNvPr>
          <p:cNvSpPr>
            <a:spLocks noGrp="1"/>
          </p:cNvSpPr>
          <p:nvPr>
            <p:ph type="ftr" sz="quarter" idx="21"/>
          </p:nvPr>
        </p:nvSpPr>
        <p:spPr>
          <a:xfrm>
            <a:off x="4038600" y="6356350"/>
            <a:ext cx="4114800" cy="365125"/>
          </a:xfrm>
        </p:spPr>
        <p:txBody>
          <a:bodyPr/>
          <a:lstStyle/>
          <a:p>
            <a:r>
              <a:rPr lang="en-ZA"/>
              <a:t>Client Pitch</a:t>
            </a:r>
          </a:p>
        </p:txBody>
      </p:sp>
      <p:sp>
        <p:nvSpPr>
          <p:cNvPr id="15" name="Slide Number Placeholder 14">
            <a:extLst>
              <a:ext uri="{FF2B5EF4-FFF2-40B4-BE49-F238E27FC236}">
                <a16:creationId xmlns:a16="http://schemas.microsoft.com/office/drawing/2014/main" id="{A65DB049-1A50-43CE-907A-2AA792D6F9F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5</a:t>
            </a:fld>
            <a:endParaRPr lang="en-US"/>
          </a:p>
        </p:txBody>
      </p:sp>
      <p:sp>
        <p:nvSpPr>
          <p:cNvPr id="9" name="Text Placeholder 8">
            <a:extLst>
              <a:ext uri="{FF2B5EF4-FFF2-40B4-BE49-F238E27FC236}">
                <a16:creationId xmlns:a16="http://schemas.microsoft.com/office/drawing/2014/main" id="{547D840D-AC6E-4F0E-B562-819386D3E359}"/>
              </a:ext>
            </a:extLst>
          </p:cNvPr>
          <p:cNvSpPr>
            <a:spLocks noGrp="1"/>
          </p:cNvSpPr>
          <p:nvPr>
            <p:ph type="body" sz="quarter" idx="23"/>
          </p:nvPr>
        </p:nvSpPr>
        <p:spPr>
          <a:xfrm>
            <a:off x="1033811" y="4551950"/>
            <a:ext cx="3104198" cy="320381"/>
          </a:xfrm>
        </p:spPr>
        <p:txBody>
          <a:bodyPr/>
          <a:lstStyle/>
          <a:p>
            <a:r>
              <a:rPr lang="en-US"/>
              <a:t>Costs</a:t>
            </a:r>
          </a:p>
        </p:txBody>
      </p:sp>
      <p:sp>
        <p:nvSpPr>
          <p:cNvPr id="10" name="Text Placeholder 9">
            <a:extLst>
              <a:ext uri="{FF2B5EF4-FFF2-40B4-BE49-F238E27FC236}">
                <a16:creationId xmlns:a16="http://schemas.microsoft.com/office/drawing/2014/main" id="{4B9C2507-FEB7-4DC8-B74C-12FDF7B2DA82}"/>
              </a:ext>
            </a:extLst>
          </p:cNvPr>
          <p:cNvSpPr>
            <a:spLocks noGrp="1"/>
          </p:cNvSpPr>
          <p:nvPr>
            <p:ph type="body" sz="quarter" idx="24"/>
          </p:nvPr>
        </p:nvSpPr>
        <p:spPr>
          <a:xfrm>
            <a:off x="1033766" y="4897425"/>
            <a:ext cx="3103493" cy="866401"/>
          </a:xfrm>
        </p:spPr>
        <p:txBody>
          <a:bodyPr>
            <a:normAutofit lnSpcReduction="10000"/>
          </a:bodyPr>
          <a:lstStyle/>
          <a:p>
            <a:r>
              <a:rPr lang="en-US" dirty="0"/>
              <a:t>You will save more in the long-term using biometric devices, as there will be no cases of forgotten passwords.</a:t>
            </a:r>
          </a:p>
        </p:txBody>
      </p:sp>
      <p:sp>
        <p:nvSpPr>
          <p:cNvPr id="11" name="Text Placeholder 10">
            <a:extLst>
              <a:ext uri="{FF2B5EF4-FFF2-40B4-BE49-F238E27FC236}">
                <a16:creationId xmlns:a16="http://schemas.microsoft.com/office/drawing/2014/main" id="{9848D4A8-6589-4AB3-B1B2-E5C601B474D1}"/>
              </a:ext>
            </a:extLst>
          </p:cNvPr>
          <p:cNvSpPr>
            <a:spLocks noGrp="1"/>
          </p:cNvSpPr>
          <p:nvPr>
            <p:ph type="body" sz="quarter" idx="25"/>
          </p:nvPr>
        </p:nvSpPr>
        <p:spPr>
          <a:xfrm>
            <a:off x="4641519" y="4551950"/>
            <a:ext cx="3104198" cy="320381"/>
          </a:xfrm>
        </p:spPr>
        <p:txBody>
          <a:bodyPr/>
          <a:lstStyle/>
          <a:p>
            <a:r>
              <a:rPr lang="en-US"/>
              <a:t>Trust</a:t>
            </a:r>
          </a:p>
        </p:txBody>
      </p:sp>
      <p:sp>
        <p:nvSpPr>
          <p:cNvPr id="12" name="Text Placeholder 11">
            <a:extLst>
              <a:ext uri="{FF2B5EF4-FFF2-40B4-BE49-F238E27FC236}">
                <a16:creationId xmlns:a16="http://schemas.microsoft.com/office/drawing/2014/main" id="{96F09C19-B12A-46BD-ADC9-8A0BA0CACE81}"/>
              </a:ext>
            </a:extLst>
          </p:cNvPr>
          <p:cNvSpPr>
            <a:spLocks noGrp="1"/>
          </p:cNvSpPr>
          <p:nvPr>
            <p:ph type="body" sz="quarter" idx="26"/>
          </p:nvPr>
        </p:nvSpPr>
        <p:spPr>
          <a:xfrm>
            <a:off x="4641848" y="4897425"/>
            <a:ext cx="3103493" cy="866401"/>
          </a:xfrm>
        </p:spPr>
        <p:txBody>
          <a:bodyPr>
            <a:normAutofit lnSpcReduction="10000"/>
          </a:bodyPr>
          <a:lstStyle/>
          <a:p>
            <a:r>
              <a:rPr lang="en-US" dirty="0"/>
              <a:t>Customers and employees expect their company to have better security with their data on board.</a:t>
            </a:r>
          </a:p>
        </p:txBody>
      </p:sp>
      <p:sp>
        <p:nvSpPr>
          <p:cNvPr id="24" name="Text Placeholder 23">
            <a:extLst>
              <a:ext uri="{FF2B5EF4-FFF2-40B4-BE49-F238E27FC236}">
                <a16:creationId xmlns:a16="http://schemas.microsoft.com/office/drawing/2014/main" id="{99E78277-79B9-419C-A0B5-130D356F5BE6}"/>
              </a:ext>
            </a:extLst>
          </p:cNvPr>
          <p:cNvSpPr>
            <a:spLocks noGrp="1"/>
          </p:cNvSpPr>
          <p:nvPr>
            <p:ph type="body" sz="quarter" idx="27"/>
          </p:nvPr>
        </p:nvSpPr>
        <p:spPr>
          <a:xfrm>
            <a:off x="8249226" y="4551950"/>
            <a:ext cx="3104198" cy="320381"/>
          </a:xfrm>
        </p:spPr>
        <p:txBody>
          <a:bodyPr/>
          <a:lstStyle/>
          <a:p>
            <a:r>
              <a:rPr lang="en-US"/>
              <a:t>Future-Proof</a:t>
            </a:r>
          </a:p>
        </p:txBody>
      </p:sp>
      <p:sp>
        <p:nvSpPr>
          <p:cNvPr id="25" name="Text Placeholder 24">
            <a:extLst>
              <a:ext uri="{FF2B5EF4-FFF2-40B4-BE49-F238E27FC236}">
                <a16:creationId xmlns:a16="http://schemas.microsoft.com/office/drawing/2014/main" id="{83B60275-0476-4C73-A9F1-33555C744B1D}"/>
              </a:ext>
            </a:extLst>
          </p:cNvPr>
          <p:cNvSpPr>
            <a:spLocks noGrp="1"/>
          </p:cNvSpPr>
          <p:nvPr>
            <p:ph type="body" sz="quarter" idx="28"/>
          </p:nvPr>
        </p:nvSpPr>
        <p:spPr>
          <a:xfrm>
            <a:off x="8249930" y="4897425"/>
            <a:ext cx="3103493" cy="866401"/>
          </a:xfrm>
        </p:spPr>
        <p:txBody>
          <a:bodyPr>
            <a:normAutofit lnSpcReduction="10000"/>
          </a:bodyPr>
          <a:lstStyle/>
          <a:p>
            <a:r>
              <a:rPr lang="en-US" dirty="0"/>
              <a:t>Moving forward, biometrics is the best way of authenticating, and it is compatible with emerging technologies.</a:t>
            </a:r>
          </a:p>
        </p:txBody>
      </p:sp>
    </p:spTree>
    <p:extLst>
      <p:ext uri="{BB962C8B-B14F-4D97-AF65-F5344CB8AC3E}">
        <p14:creationId xmlns:p14="http://schemas.microsoft.com/office/powerpoint/2010/main" val="17385616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1000"/>
                                        <p:tgtEl>
                                          <p:spTgt spid="5">
                                            <p:txEl>
                                              <p:pRg st="0" end="0"/>
                                            </p:txEl>
                                          </p:spTgt>
                                        </p:tgtEl>
                                      </p:cBhvr>
                                    </p:animEffect>
                                    <p:anim calcmode="lin" valueType="num">
                                      <p:cBhvr>
                                        <p:cTn id="1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1000"/>
                                        <p:tgtEl>
                                          <p:spTgt spid="6">
                                            <p:txEl>
                                              <p:pRg st="0" end="0"/>
                                            </p:txEl>
                                          </p:spTgt>
                                        </p:tgtEl>
                                      </p:cBhvr>
                                    </p:animEffect>
                                    <p:anim calcmode="lin" valueType="num">
                                      <p:cBhvr>
                                        <p:cTn id="2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0" end="0"/>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fade">
                                      <p:cBhvr>
                                        <p:cTn id="27" dur="1000"/>
                                        <p:tgtEl>
                                          <p:spTgt spid="7">
                                            <p:txEl>
                                              <p:pRg st="0" end="0"/>
                                            </p:txEl>
                                          </p:spTgt>
                                        </p:tgtEl>
                                      </p:cBhvr>
                                    </p:animEffect>
                                    <p:anim calcmode="lin" valueType="num">
                                      <p:cBhvr>
                                        <p:cTn id="2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fade">
                                      <p:cBhvr>
                                        <p:cTn id="32" dur="1000"/>
                                        <p:tgtEl>
                                          <p:spTgt spid="8">
                                            <p:txEl>
                                              <p:pRg st="0" end="0"/>
                                            </p:txEl>
                                          </p:spTgt>
                                        </p:tgtEl>
                                      </p:cBhvr>
                                    </p:animEffect>
                                    <p:anim calcmode="lin" valueType="num">
                                      <p:cBhvr>
                                        <p:cTn id="3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8">
                                            <p:txEl>
                                              <p:pRg st="0" end="0"/>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9">
                                            <p:txEl>
                                              <p:pRg st="0" end="0"/>
                                            </p:txEl>
                                          </p:spTgt>
                                        </p:tgtEl>
                                        <p:attrNameLst>
                                          <p:attrName>style.visibility</p:attrName>
                                        </p:attrNameLst>
                                      </p:cBhvr>
                                      <p:to>
                                        <p:strVal val="visible"/>
                                      </p:to>
                                    </p:set>
                                    <p:animEffect transition="in" filter="fade">
                                      <p:cBhvr>
                                        <p:cTn id="37" dur="1000"/>
                                        <p:tgtEl>
                                          <p:spTgt spid="9">
                                            <p:txEl>
                                              <p:pRg st="0" end="0"/>
                                            </p:txEl>
                                          </p:spTgt>
                                        </p:tgtEl>
                                      </p:cBhvr>
                                    </p:animEffect>
                                    <p:anim calcmode="lin" valueType="num">
                                      <p:cBhvr>
                                        <p:cTn id="3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9">
                                            <p:txEl>
                                              <p:pRg st="0" end="0"/>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fade">
                                      <p:cBhvr>
                                        <p:cTn id="42" dur="1000"/>
                                        <p:tgtEl>
                                          <p:spTgt spid="10">
                                            <p:txEl>
                                              <p:pRg st="0" end="0"/>
                                            </p:txEl>
                                          </p:spTgt>
                                        </p:tgtEl>
                                      </p:cBhvr>
                                    </p:animEffect>
                                    <p:anim calcmode="lin" valueType="num">
                                      <p:cBhvr>
                                        <p:cTn id="43"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1">
                                            <p:txEl>
                                              <p:pRg st="0" end="0"/>
                                            </p:txEl>
                                          </p:spTgt>
                                        </p:tgtEl>
                                        <p:attrNameLst>
                                          <p:attrName>style.visibility</p:attrName>
                                        </p:attrNameLst>
                                      </p:cBhvr>
                                      <p:to>
                                        <p:strVal val="visible"/>
                                      </p:to>
                                    </p:set>
                                    <p:animEffect transition="in" filter="fade">
                                      <p:cBhvr>
                                        <p:cTn id="47" dur="1000"/>
                                        <p:tgtEl>
                                          <p:spTgt spid="11">
                                            <p:txEl>
                                              <p:pRg st="0" end="0"/>
                                            </p:txEl>
                                          </p:spTgt>
                                        </p:tgtEl>
                                      </p:cBhvr>
                                    </p:animEffect>
                                    <p:anim calcmode="lin" valueType="num">
                                      <p:cBhvr>
                                        <p:cTn id="4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2">
                                            <p:txEl>
                                              <p:pRg st="0" end="0"/>
                                            </p:txEl>
                                          </p:spTgt>
                                        </p:tgtEl>
                                        <p:attrNameLst>
                                          <p:attrName>style.visibility</p:attrName>
                                        </p:attrNameLst>
                                      </p:cBhvr>
                                      <p:to>
                                        <p:strVal val="visible"/>
                                      </p:to>
                                    </p:set>
                                    <p:animEffect transition="in" filter="fade">
                                      <p:cBhvr>
                                        <p:cTn id="52" dur="1000"/>
                                        <p:tgtEl>
                                          <p:spTgt spid="12">
                                            <p:txEl>
                                              <p:pRg st="0" end="0"/>
                                            </p:txEl>
                                          </p:spTgt>
                                        </p:tgtEl>
                                      </p:cBhvr>
                                    </p:animEffect>
                                    <p:anim calcmode="lin" valueType="num">
                                      <p:cBhvr>
                                        <p:cTn id="53"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54"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4">
                                            <p:txEl>
                                              <p:pRg st="0" end="0"/>
                                            </p:txEl>
                                          </p:spTgt>
                                        </p:tgtEl>
                                        <p:attrNameLst>
                                          <p:attrName>style.visibility</p:attrName>
                                        </p:attrNameLst>
                                      </p:cBhvr>
                                      <p:to>
                                        <p:strVal val="visible"/>
                                      </p:to>
                                    </p:set>
                                    <p:animEffect transition="in" filter="fade">
                                      <p:cBhvr>
                                        <p:cTn id="57" dur="1000"/>
                                        <p:tgtEl>
                                          <p:spTgt spid="24">
                                            <p:txEl>
                                              <p:pRg st="0" end="0"/>
                                            </p:txEl>
                                          </p:spTgt>
                                        </p:tgtEl>
                                      </p:cBhvr>
                                    </p:animEffect>
                                    <p:anim calcmode="lin" valueType="num">
                                      <p:cBhvr>
                                        <p:cTn id="58"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59" dur="1000" fill="hold"/>
                                        <p:tgtEl>
                                          <p:spTgt spid="24">
                                            <p:txEl>
                                              <p:pRg st="0" end="0"/>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5">
                                            <p:txEl>
                                              <p:pRg st="0" end="0"/>
                                            </p:txEl>
                                          </p:spTgt>
                                        </p:tgtEl>
                                        <p:attrNameLst>
                                          <p:attrName>style.visibility</p:attrName>
                                        </p:attrNameLst>
                                      </p:cBhvr>
                                      <p:to>
                                        <p:strVal val="visible"/>
                                      </p:to>
                                    </p:set>
                                    <p:animEffect transition="in" filter="fade">
                                      <p:cBhvr>
                                        <p:cTn id="62" dur="1000"/>
                                        <p:tgtEl>
                                          <p:spTgt spid="25">
                                            <p:txEl>
                                              <p:pRg st="0" end="0"/>
                                            </p:txEl>
                                          </p:spTgt>
                                        </p:tgtEl>
                                      </p:cBhvr>
                                    </p:animEffect>
                                    <p:anim calcmode="lin" valueType="num">
                                      <p:cBhvr>
                                        <p:cTn id="63"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64" dur="10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6" grpId="0" build="p"/>
      <p:bldP spid="7" grpId="0" build="p"/>
      <p:bldP spid="8" grpId="0" build="p"/>
      <p:bldP spid="9" grpId="0" build="p"/>
      <p:bldP spid="10" grpId="0" build="p"/>
      <p:bldP spid="11" grpId="0" build="p"/>
      <p:bldP spid="12" grpId="0" build="p"/>
      <p:bldP spid="24" grpId="0" build="p"/>
      <p:bldP spid="2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697CE-FC7E-CAC7-7897-02511E6779B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079C14A-906A-31FC-99A6-E0BFD6D6D3E4}"/>
              </a:ext>
            </a:extLst>
          </p:cNvPr>
          <p:cNvSpPr>
            <a:spLocks noGrp="1"/>
          </p:cNvSpPr>
          <p:nvPr>
            <p:ph sz="half" idx="1"/>
          </p:nvPr>
        </p:nvSpPr>
        <p:spPr>
          <a:xfrm>
            <a:off x="133710" y="3012057"/>
            <a:ext cx="5969475" cy="3351811"/>
          </a:xfrm>
        </p:spPr>
        <p:txBody>
          <a:bodyPr vert="horz" lIns="91440" tIns="45720" rIns="91440" bIns="45720" rtlCol="0" anchor="t">
            <a:normAutofit lnSpcReduction="10000"/>
          </a:bodyPr>
          <a:lstStyle/>
          <a:p>
            <a:pPr>
              <a:buFont typeface="Arial,Sans-Serif" panose="020B0604020202020204" pitchFamily="34" charset="0"/>
              <a:buChar char="•"/>
            </a:pPr>
            <a:r>
              <a:rPr lang="en-ZA" sz="1400" noProof="1">
                <a:ea typeface="+mn-lt"/>
                <a:cs typeface="+mn-lt"/>
              </a:rPr>
              <a:t> Our company believes in high-quality products at low prices.  </a:t>
            </a:r>
          </a:p>
          <a:p>
            <a:pPr>
              <a:buFont typeface="Arial,Sans-Serif" panose="020B0604020202020204" pitchFamily="34" charset="0"/>
              <a:buChar char="•"/>
            </a:pPr>
            <a:r>
              <a:rPr lang="en-ZA" sz="1400" noProof="1">
                <a:ea typeface="+mn-lt"/>
                <a:cs typeface="+mn-lt"/>
              </a:rPr>
              <a:t> Our price is less as compared to our competitors' price.  </a:t>
            </a:r>
            <a:endParaRPr lang="en-ZA" sz="1400" dirty="0"/>
          </a:p>
          <a:p>
            <a:pPr>
              <a:buFont typeface="Arial,Sans-Serif" panose="020B0604020202020204" pitchFamily="34" charset="0"/>
              <a:buChar char="•"/>
            </a:pPr>
            <a:r>
              <a:rPr lang="en-ZA" sz="1400" noProof="1">
                <a:ea typeface="+mn-lt"/>
                <a:cs typeface="+mn-lt"/>
              </a:rPr>
              <a:t> In market:  </a:t>
            </a:r>
            <a:endParaRPr lang="en-ZA" sz="1400" dirty="0"/>
          </a:p>
          <a:p>
            <a:pPr lvl="1">
              <a:buFont typeface="Courier New,monospace" panose="020B0604020202020204" pitchFamily="34" charset="0"/>
              <a:buChar char="o"/>
            </a:pPr>
            <a:r>
              <a:rPr lang="en-ZA" sz="1400" noProof="1">
                <a:ea typeface="+mn-lt"/>
                <a:cs typeface="+mn-lt"/>
              </a:rPr>
              <a:t> Our competitors are offering services at 2000 CAD.  </a:t>
            </a:r>
            <a:endParaRPr lang="en-ZA" sz="1400" dirty="0"/>
          </a:p>
          <a:p>
            <a:pPr lvl="1">
              <a:buFont typeface="Courier New,monospace" panose="020B0604020202020204" pitchFamily="34" charset="0"/>
              <a:buChar char="o"/>
            </a:pPr>
            <a:r>
              <a:rPr lang="en-ZA" sz="1400" noProof="1">
                <a:ea typeface="+mn-lt"/>
                <a:cs typeface="+mn-lt"/>
              </a:rPr>
              <a:t> We are offering our services for just 1500 CAD, which is less than 500 CAD.  </a:t>
            </a:r>
            <a:endParaRPr lang="en-ZA" sz="1400" dirty="0"/>
          </a:p>
          <a:p>
            <a:pPr lvl="1">
              <a:buFont typeface="Courier New,monospace" panose="020B0604020202020204" pitchFamily="34" charset="0"/>
              <a:buChar char="o"/>
            </a:pPr>
            <a:r>
              <a:rPr lang="en-ZA" sz="1400" noProof="1">
                <a:ea typeface="+mn-lt"/>
                <a:cs typeface="+mn-lt"/>
              </a:rPr>
              <a:t> Bonus: Free installation and maintenance services, which you do not get if you take service from our competitors. By taking our services, your company will save a lot of money in the long term.</a:t>
            </a:r>
            <a:endParaRPr lang="en-ZA" sz="1400" dirty="0"/>
          </a:p>
          <a:p>
            <a:endParaRPr lang="en-ZA" sz="1400" noProof="1">
              <a:ea typeface="+mn-lt"/>
              <a:cs typeface="+mn-lt"/>
            </a:endParaRPr>
          </a:p>
          <a:p>
            <a:pPr marL="685800" lvl="1" indent="-228600">
              <a:buFont typeface="Courier New" panose="020B0604020202020204" pitchFamily="34" charset="0"/>
              <a:buChar char="o"/>
            </a:pPr>
            <a:endParaRPr lang="en-ZA" sz="1400" noProof="1">
              <a:ea typeface="+mn-lt"/>
              <a:cs typeface="+mn-lt"/>
            </a:endParaRPr>
          </a:p>
        </p:txBody>
      </p:sp>
      <p:sp>
        <p:nvSpPr>
          <p:cNvPr id="12" name="Content Placeholder 11">
            <a:extLst>
              <a:ext uri="{FF2B5EF4-FFF2-40B4-BE49-F238E27FC236}">
                <a16:creationId xmlns:a16="http://schemas.microsoft.com/office/drawing/2014/main" id="{FE8E8385-70D0-9FCF-0DD8-04344E1F8A9A}"/>
              </a:ext>
            </a:extLst>
          </p:cNvPr>
          <p:cNvSpPr>
            <a:spLocks noGrp="1"/>
          </p:cNvSpPr>
          <p:nvPr>
            <p:ph sz="half" idx="2"/>
          </p:nvPr>
        </p:nvSpPr>
        <p:spPr>
          <a:xfrm>
            <a:off x="6232589" y="2897039"/>
            <a:ext cx="5969474" cy="3466827"/>
          </a:xfrm>
        </p:spPr>
        <p:txBody>
          <a:bodyPr vert="horz" lIns="91440" tIns="45720" rIns="91440" bIns="45720" rtlCol="0" anchor="t">
            <a:normAutofit fontScale="25000" lnSpcReduction="20000"/>
          </a:bodyPr>
          <a:lstStyle/>
          <a:p>
            <a:pPr>
              <a:buFont typeface="Arial,Sans-Serif" panose="020B0604020202020204" pitchFamily="34" charset="0"/>
              <a:buChar char="•"/>
            </a:pPr>
            <a:r>
              <a:rPr lang="en-ZA" sz="5600" noProof="1">
                <a:ea typeface="+mn-lt"/>
                <a:cs typeface="+mn-lt"/>
              </a:rPr>
              <a:t> Our company's products are well equipped with the latest technology, such as artificial intelligence and blockchain, which our competitors do not offer even if you pay money.  </a:t>
            </a:r>
          </a:p>
          <a:p>
            <a:pPr>
              <a:buFont typeface="Arial,Sans-Serif" panose="020B0604020202020204" pitchFamily="34" charset="0"/>
              <a:buChar char="•"/>
            </a:pPr>
            <a:r>
              <a:rPr lang="en-ZA" sz="5600" noProof="1">
                <a:ea typeface="+mn-lt"/>
                <a:cs typeface="+mn-lt"/>
              </a:rPr>
              <a:t>Block Chain (Special Technology):</a:t>
            </a:r>
            <a:endParaRPr lang="en-ZA" sz="5600" dirty="0">
              <a:ea typeface="Source Sans Pro"/>
            </a:endParaRPr>
          </a:p>
          <a:p>
            <a:pPr lvl="1">
              <a:buFont typeface="Courier New,monospace" panose="020B0604020202020204" pitchFamily="34" charset="0"/>
              <a:buChar char="o"/>
            </a:pPr>
            <a:r>
              <a:rPr lang="en-ZA" sz="5600" noProof="1">
                <a:ea typeface="+mn-lt"/>
                <a:cs typeface="+mn-lt"/>
              </a:rPr>
              <a:t> Initially, it was only in the cryptocurrencies, but the tech model is also very useful in other areas to enhance security.  </a:t>
            </a:r>
            <a:endParaRPr lang="en-ZA" sz="5600" dirty="0">
              <a:ea typeface="Source Sans Pro"/>
            </a:endParaRPr>
          </a:p>
          <a:p>
            <a:pPr lvl="1">
              <a:buFont typeface="Courier New,monospace" panose="020B0604020202020204" pitchFamily="34" charset="0"/>
              <a:buChar char="o"/>
            </a:pPr>
            <a:r>
              <a:rPr lang="en-ZA" sz="5600" noProof="1">
                <a:ea typeface="+mn-lt"/>
                <a:cs typeface="+mn-lt"/>
              </a:rPr>
              <a:t> Basically, it stores every piece of data in a cube called a lader, and every system has two keys, which are public and private.  </a:t>
            </a:r>
            <a:endParaRPr lang="en-ZA" sz="5600" dirty="0">
              <a:ea typeface="Source Sans Pro"/>
            </a:endParaRPr>
          </a:p>
          <a:p>
            <a:pPr lvl="1">
              <a:buFont typeface="Courier New,monospace" panose="020B0604020202020204" pitchFamily="34" charset="0"/>
              <a:buChar char="o"/>
            </a:pPr>
            <a:r>
              <a:rPr lang="en-ZA" sz="5600" noProof="1">
                <a:ea typeface="+mn-lt"/>
                <a:cs typeface="+mn-lt"/>
              </a:rPr>
              <a:t> By using a model, it is impossible for anyone to decrypt your data.  </a:t>
            </a:r>
            <a:endParaRPr lang="en-ZA" sz="5600" dirty="0">
              <a:ea typeface="Source Sans Pro"/>
            </a:endParaRPr>
          </a:p>
          <a:p>
            <a:pPr lvl="1">
              <a:buFont typeface="Courier New,monospace" panose="020B0604020202020204" pitchFamily="34" charset="0"/>
              <a:buChar char="o"/>
            </a:pPr>
            <a:r>
              <a:rPr lang="en-ZA" sz="5600" noProof="1">
                <a:ea typeface="+mn-lt"/>
                <a:cs typeface="+mn-lt"/>
              </a:rPr>
              <a:t> This technology provides you more security.  </a:t>
            </a:r>
            <a:endParaRPr lang="en-ZA" sz="5600" dirty="0">
              <a:ea typeface="Source Sans Pro"/>
            </a:endParaRPr>
          </a:p>
          <a:p>
            <a:pPr lvl="1">
              <a:buFont typeface="Courier New,monospace" panose="020B0604020202020204" pitchFamily="34" charset="0"/>
              <a:buChar char="o"/>
            </a:pPr>
            <a:r>
              <a:rPr lang="en-ZA" sz="5600" noProof="1">
                <a:ea typeface="+mn-lt"/>
                <a:cs typeface="+mn-lt"/>
              </a:rPr>
              <a:t> In the market, only our company is offering this technology.</a:t>
            </a:r>
            <a:endParaRPr lang="en-ZA" sz="5600" dirty="0"/>
          </a:p>
          <a:p>
            <a:pPr>
              <a:buFont typeface="Arial,Sans-Serif" panose="020B0604020202020204" pitchFamily="34" charset="0"/>
              <a:buChar char="•"/>
            </a:pPr>
            <a:endParaRPr lang="en-ZA" sz="2100" noProof="1">
              <a:ea typeface="+mn-lt"/>
              <a:cs typeface="+mn-lt"/>
            </a:endParaRPr>
          </a:p>
          <a:p>
            <a:endParaRPr lang="en-ZA" noProof="1">
              <a:ea typeface="+mn-lt"/>
              <a:cs typeface="+mn-lt"/>
            </a:endParaRPr>
          </a:p>
          <a:p>
            <a:pPr>
              <a:lnSpc>
                <a:spcPct val="170000"/>
              </a:lnSpc>
            </a:pPr>
            <a:r>
              <a:rPr lang="en-ZA" sz="1500" noProof="1">
                <a:ea typeface="+mn-lt"/>
                <a:cs typeface="+mn-lt"/>
              </a:rPr>
              <a:t> </a:t>
            </a:r>
          </a:p>
          <a:p>
            <a:endParaRPr lang="en-US" dirty="0">
              <a:ea typeface="Source Sans Pro"/>
            </a:endParaRPr>
          </a:p>
        </p:txBody>
      </p:sp>
      <p:sp>
        <p:nvSpPr>
          <p:cNvPr id="2" name="Date Placeholder 1">
            <a:extLst>
              <a:ext uri="{FF2B5EF4-FFF2-40B4-BE49-F238E27FC236}">
                <a16:creationId xmlns:a16="http://schemas.microsoft.com/office/drawing/2014/main" id="{6157FCF3-702A-34FE-A76C-DA09A626813D}"/>
              </a:ext>
            </a:extLst>
          </p:cNvPr>
          <p:cNvSpPr>
            <a:spLocks noGrp="1"/>
          </p:cNvSpPr>
          <p:nvPr>
            <p:ph type="dt" sz="half" idx="10"/>
          </p:nvPr>
        </p:nvSpPr>
        <p:spPr>
          <a:xfrm>
            <a:off x="838200" y="6356350"/>
            <a:ext cx="2743200" cy="365125"/>
          </a:xfrm>
        </p:spPr>
        <p:txBody>
          <a:bodyPr/>
          <a:lstStyle/>
          <a:p>
            <a:r>
              <a:rPr lang="en-US"/>
              <a:t>04/11/2024</a:t>
            </a:r>
          </a:p>
        </p:txBody>
      </p:sp>
      <p:sp>
        <p:nvSpPr>
          <p:cNvPr id="8" name="Slide Number Placeholder 7">
            <a:extLst>
              <a:ext uri="{FF2B5EF4-FFF2-40B4-BE49-F238E27FC236}">
                <a16:creationId xmlns:a16="http://schemas.microsoft.com/office/drawing/2014/main" id="{F4ECAE77-E695-FCDD-4EC8-1883C16B71FD}"/>
              </a:ext>
            </a:extLst>
          </p:cNvPr>
          <p:cNvSpPr>
            <a:spLocks noGrp="1"/>
          </p:cNvSpPr>
          <p:nvPr>
            <p:ph type="sldNum" sz="quarter" idx="12"/>
          </p:nvPr>
        </p:nvSpPr>
        <p:spPr>
          <a:xfrm>
            <a:off x="10477500" y="6356350"/>
            <a:ext cx="876300" cy="365125"/>
          </a:xfrm>
        </p:spPr>
        <p:txBody>
          <a:bodyPr/>
          <a:lstStyle/>
          <a:p>
            <a:fld id="{9FF96520-E4CE-4EAD-8ABF-1D2297D6B3AA}" type="slidenum">
              <a:rPr lang="en-US" smtClean="0"/>
              <a:pPr/>
              <a:t>6</a:t>
            </a:fld>
            <a:endParaRPr lang="en-US"/>
          </a:p>
        </p:txBody>
      </p:sp>
      <p:sp>
        <p:nvSpPr>
          <p:cNvPr id="4" name="Title 3">
            <a:extLst>
              <a:ext uri="{FF2B5EF4-FFF2-40B4-BE49-F238E27FC236}">
                <a16:creationId xmlns:a16="http://schemas.microsoft.com/office/drawing/2014/main" id="{15F53772-5483-5EA5-3568-D8A756E88806}"/>
              </a:ext>
            </a:extLst>
          </p:cNvPr>
          <p:cNvSpPr>
            <a:spLocks noGrp="1"/>
          </p:cNvSpPr>
          <p:nvPr>
            <p:ph type="title"/>
          </p:nvPr>
        </p:nvSpPr>
        <p:spPr>
          <a:xfrm>
            <a:off x="1034142" y="670094"/>
            <a:ext cx="10134601" cy="924808"/>
          </a:xfrm>
        </p:spPr>
        <p:txBody>
          <a:bodyPr/>
          <a:lstStyle/>
          <a:p>
            <a:r>
              <a:rPr lang="en-US">
                <a:ea typeface="Source Sans Pro"/>
              </a:rPr>
              <a:t>Your MAJOR problems and our solutions </a:t>
            </a:r>
          </a:p>
        </p:txBody>
      </p:sp>
      <p:sp>
        <p:nvSpPr>
          <p:cNvPr id="5" name="Text Placeholder 4">
            <a:extLst>
              <a:ext uri="{FF2B5EF4-FFF2-40B4-BE49-F238E27FC236}">
                <a16:creationId xmlns:a16="http://schemas.microsoft.com/office/drawing/2014/main" id="{41A45F7B-4961-C9CF-1575-5A240AC28207}"/>
              </a:ext>
            </a:extLst>
          </p:cNvPr>
          <p:cNvSpPr>
            <a:spLocks noGrp="1"/>
          </p:cNvSpPr>
          <p:nvPr>
            <p:ph type="body" idx="13"/>
          </p:nvPr>
        </p:nvSpPr>
        <p:spPr>
          <a:xfrm>
            <a:off x="838201" y="2413000"/>
            <a:ext cx="4114795" cy="493710"/>
          </a:xfrm>
        </p:spPr>
        <p:txBody>
          <a:bodyPr/>
          <a:lstStyle/>
          <a:p>
            <a:pPr marL="342900" indent="-342900">
              <a:buAutoNum type="arabicPeriod"/>
            </a:pPr>
            <a:r>
              <a:rPr lang="en-ZA" dirty="0">
                <a:ea typeface="Source Sans Pro"/>
              </a:rPr>
              <a:t>HIGH COST</a:t>
            </a:r>
            <a:endParaRPr lang="en-US" dirty="0"/>
          </a:p>
        </p:txBody>
      </p:sp>
      <p:sp>
        <p:nvSpPr>
          <p:cNvPr id="7" name="Text Placeholder 6">
            <a:extLst>
              <a:ext uri="{FF2B5EF4-FFF2-40B4-BE49-F238E27FC236}">
                <a16:creationId xmlns:a16="http://schemas.microsoft.com/office/drawing/2014/main" id="{C2A8CA1F-6C44-5EBC-B6B5-2248D6140837}"/>
              </a:ext>
            </a:extLst>
          </p:cNvPr>
          <p:cNvSpPr>
            <a:spLocks noGrp="1"/>
          </p:cNvSpPr>
          <p:nvPr>
            <p:ph type="body" idx="14"/>
          </p:nvPr>
        </p:nvSpPr>
        <p:spPr>
          <a:xfrm>
            <a:off x="7239003" y="2413000"/>
            <a:ext cx="4114797" cy="493710"/>
          </a:xfrm>
        </p:spPr>
        <p:txBody>
          <a:bodyPr/>
          <a:lstStyle/>
          <a:p>
            <a:r>
              <a:rPr lang="en-US" dirty="0">
                <a:ea typeface="Source Sans Pro"/>
              </a:rPr>
              <a:t>2. SECURITY</a:t>
            </a:r>
          </a:p>
        </p:txBody>
      </p:sp>
      <p:sp>
        <p:nvSpPr>
          <p:cNvPr id="46" name="Footer Placeholder 45">
            <a:extLst>
              <a:ext uri="{FF2B5EF4-FFF2-40B4-BE49-F238E27FC236}">
                <a16:creationId xmlns:a16="http://schemas.microsoft.com/office/drawing/2014/main" id="{7E16E761-62E8-469F-4A43-6388E5E3078D}"/>
              </a:ext>
            </a:extLst>
          </p:cNvPr>
          <p:cNvSpPr>
            <a:spLocks noGrp="1"/>
          </p:cNvSpPr>
          <p:nvPr>
            <p:ph type="ftr" sz="quarter" idx="11"/>
          </p:nvPr>
        </p:nvSpPr>
        <p:spPr>
          <a:xfrm>
            <a:off x="6761045" y="6465179"/>
            <a:ext cx="3038469" cy="379502"/>
          </a:xfrm>
        </p:spPr>
        <p:txBody>
          <a:bodyPr/>
          <a:lstStyle/>
          <a:p>
            <a:pPr>
              <a:spcAft>
                <a:spcPts val="600"/>
              </a:spcAft>
            </a:pPr>
            <a:r>
              <a:rPr lang="en-ZA" dirty="0"/>
              <a:t>Client Pitch</a:t>
            </a:r>
          </a:p>
        </p:txBody>
      </p:sp>
      <p:sp>
        <p:nvSpPr>
          <p:cNvPr id="3" name="Content Placeholder 5">
            <a:extLst>
              <a:ext uri="{FF2B5EF4-FFF2-40B4-BE49-F238E27FC236}">
                <a16:creationId xmlns:a16="http://schemas.microsoft.com/office/drawing/2014/main" id="{F744E4D8-2939-8883-C21A-2A52DFC86E6E}"/>
              </a:ext>
            </a:extLst>
          </p:cNvPr>
          <p:cNvSpPr txBox="1">
            <a:spLocks/>
          </p:cNvSpPr>
          <p:nvPr/>
        </p:nvSpPr>
        <p:spPr>
          <a:xfrm>
            <a:off x="123647" y="3010445"/>
            <a:ext cx="5969475" cy="3351811"/>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50000"/>
              </a:lnSpc>
              <a:spcBef>
                <a:spcPts val="1000"/>
              </a:spcBef>
              <a:buFont typeface="Arial" panose="020B0604020202020204" pitchFamily="34" charset="0"/>
              <a:buNone/>
              <a:defRPr sz="120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200" kern="1200">
                <a:solidFill>
                  <a:schemeClr val="tx1"/>
                </a:solidFill>
                <a:latin typeface="+mn-lt"/>
                <a:ea typeface="+mn-ea"/>
                <a:cs typeface="+mn-cs"/>
              </a:defRPr>
            </a:lvl2pPr>
            <a:lvl3pPr marL="914400" indent="0" algn="l" defTabSz="914400" rtl="0" eaLnBrk="1" latinLnBrk="0" hangingPunct="1">
              <a:lnSpc>
                <a:spcPct val="15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15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15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Sans-Serif" panose="020B0604020202020204" pitchFamily="34" charset="0"/>
              <a:buChar char="•"/>
            </a:pPr>
            <a:r>
              <a:rPr lang="en-ZA" sz="1400" noProof="1">
                <a:ea typeface="+mn-lt"/>
                <a:cs typeface="+mn-lt"/>
              </a:rPr>
              <a:t> Our company believes in high-quality products at low prices.  </a:t>
            </a:r>
          </a:p>
          <a:p>
            <a:pPr>
              <a:buFont typeface="Arial,Sans-Serif" panose="020B0604020202020204" pitchFamily="34" charset="0"/>
              <a:buChar char="•"/>
            </a:pPr>
            <a:r>
              <a:rPr lang="en-ZA" sz="1400" noProof="1">
                <a:ea typeface="+mn-lt"/>
                <a:cs typeface="+mn-lt"/>
              </a:rPr>
              <a:t> Our price is less as compared to our competitors' price.  </a:t>
            </a:r>
            <a:endParaRPr lang="en-ZA" sz="1400" dirty="0"/>
          </a:p>
          <a:p>
            <a:pPr>
              <a:buFont typeface="Arial,Sans-Serif" panose="020B0604020202020204" pitchFamily="34" charset="0"/>
              <a:buChar char="•"/>
            </a:pPr>
            <a:r>
              <a:rPr lang="en-ZA" sz="1400" noProof="1">
                <a:ea typeface="+mn-lt"/>
                <a:cs typeface="+mn-lt"/>
              </a:rPr>
              <a:t> In market:  </a:t>
            </a:r>
            <a:endParaRPr lang="en-ZA" sz="1400" dirty="0"/>
          </a:p>
          <a:p>
            <a:pPr lvl="1">
              <a:buFont typeface="Courier New,monospace" panose="020B0604020202020204" pitchFamily="34" charset="0"/>
              <a:buChar char="o"/>
            </a:pPr>
            <a:r>
              <a:rPr lang="en-ZA" sz="1400" noProof="1">
                <a:ea typeface="+mn-lt"/>
                <a:cs typeface="+mn-lt"/>
              </a:rPr>
              <a:t> Our competitors are offering services at 2000 CAD.  </a:t>
            </a:r>
            <a:endParaRPr lang="en-ZA" sz="1400" dirty="0"/>
          </a:p>
          <a:p>
            <a:pPr lvl="1">
              <a:buFont typeface="Courier New,monospace" panose="020B0604020202020204" pitchFamily="34" charset="0"/>
              <a:buChar char="o"/>
            </a:pPr>
            <a:r>
              <a:rPr lang="en-ZA" sz="1400" noProof="1">
                <a:ea typeface="+mn-lt"/>
                <a:cs typeface="+mn-lt"/>
              </a:rPr>
              <a:t> We are offering our services for just 1500 CAD, which is less than 500 CAD.  </a:t>
            </a:r>
            <a:endParaRPr lang="en-ZA" sz="1400" dirty="0"/>
          </a:p>
          <a:p>
            <a:pPr lvl="1">
              <a:buFont typeface="Courier New,monospace" panose="020B0604020202020204" pitchFamily="34" charset="0"/>
              <a:buChar char="o"/>
            </a:pPr>
            <a:r>
              <a:rPr lang="en-ZA" sz="1400" noProof="1">
                <a:ea typeface="+mn-lt"/>
                <a:cs typeface="+mn-lt"/>
              </a:rPr>
              <a:t> Bonus: Free installation and maintenance services, which you do not get if you take service from our competitors. By taking our services, your company will save a lot of money in the long term.</a:t>
            </a:r>
            <a:endParaRPr lang="en-ZA" sz="1400" dirty="0"/>
          </a:p>
          <a:p>
            <a:endParaRPr lang="en-ZA" sz="1400" noProof="1">
              <a:ea typeface="+mn-lt"/>
              <a:cs typeface="+mn-lt"/>
            </a:endParaRPr>
          </a:p>
          <a:p>
            <a:pPr marL="685800" lvl="1" indent="-228600">
              <a:buFont typeface="Courier New" panose="020B0604020202020204" pitchFamily="34" charset="0"/>
              <a:buChar char="o"/>
            </a:pPr>
            <a:endParaRPr lang="en-ZA" sz="1400" noProof="1">
              <a:ea typeface="+mn-lt"/>
              <a:cs typeface="+mn-lt"/>
            </a:endParaRPr>
          </a:p>
        </p:txBody>
      </p:sp>
      <p:sp>
        <p:nvSpPr>
          <p:cNvPr id="9" name="Content Placeholder 11">
            <a:extLst>
              <a:ext uri="{FF2B5EF4-FFF2-40B4-BE49-F238E27FC236}">
                <a16:creationId xmlns:a16="http://schemas.microsoft.com/office/drawing/2014/main" id="{2FB50F22-9732-94CE-6781-C6345C82C56A}"/>
              </a:ext>
            </a:extLst>
          </p:cNvPr>
          <p:cNvSpPr txBox="1">
            <a:spLocks/>
          </p:cNvSpPr>
          <p:nvPr/>
        </p:nvSpPr>
        <p:spPr>
          <a:xfrm>
            <a:off x="6222526" y="2895427"/>
            <a:ext cx="5969474" cy="3466827"/>
          </a:xfrm>
          <a:prstGeom prst="rect">
            <a:avLst/>
          </a:prstGeom>
        </p:spPr>
        <p:txBody>
          <a:bodyPr vert="horz" lIns="91440" tIns="45720" rIns="91440" bIns="45720" rtlCol="0" anchor="t">
            <a:normAutofit fontScale="25000" lnSpcReduction="20000"/>
          </a:bodyPr>
          <a:lstStyle>
            <a:lvl1pPr marL="0" indent="0" algn="l" defTabSz="914400" rtl="0" eaLnBrk="1" latinLnBrk="0" hangingPunct="1">
              <a:lnSpc>
                <a:spcPct val="150000"/>
              </a:lnSpc>
              <a:spcBef>
                <a:spcPts val="1000"/>
              </a:spcBef>
              <a:buFont typeface="Arial" panose="020B0604020202020204" pitchFamily="34" charset="0"/>
              <a:buNone/>
              <a:defRPr sz="120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200" kern="1200">
                <a:solidFill>
                  <a:schemeClr val="tx1"/>
                </a:solidFill>
                <a:latin typeface="+mn-lt"/>
                <a:ea typeface="+mn-ea"/>
                <a:cs typeface="+mn-cs"/>
              </a:defRPr>
            </a:lvl2pPr>
            <a:lvl3pPr marL="914400" indent="0" algn="l" defTabSz="914400" rtl="0" eaLnBrk="1" latinLnBrk="0" hangingPunct="1">
              <a:lnSpc>
                <a:spcPct val="15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15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15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Sans-Serif" panose="020B0604020202020204" pitchFamily="34" charset="0"/>
              <a:buChar char="•"/>
            </a:pPr>
            <a:r>
              <a:rPr lang="en-ZA" sz="5600" noProof="1">
                <a:ea typeface="+mn-lt"/>
                <a:cs typeface="+mn-lt"/>
              </a:rPr>
              <a:t> Our company's products are well equipped with the latest technology, such as artificial intelligence and blockchain, which our competitors do not offer even if you pay money.  </a:t>
            </a:r>
          </a:p>
          <a:p>
            <a:pPr>
              <a:buFont typeface="Arial,Sans-Serif" panose="020B0604020202020204" pitchFamily="34" charset="0"/>
              <a:buChar char="•"/>
            </a:pPr>
            <a:r>
              <a:rPr lang="en-ZA" sz="5600" noProof="1">
                <a:ea typeface="+mn-lt"/>
                <a:cs typeface="+mn-lt"/>
              </a:rPr>
              <a:t>Block Chain (Special Technology):</a:t>
            </a:r>
            <a:endParaRPr lang="en-ZA" sz="5600" dirty="0">
              <a:ea typeface="Source Sans Pro"/>
            </a:endParaRPr>
          </a:p>
          <a:p>
            <a:pPr lvl="1">
              <a:buFont typeface="Courier New,monospace" panose="020B0604020202020204" pitchFamily="34" charset="0"/>
              <a:buChar char="o"/>
            </a:pPr>
            <a:r>
              <a:rPr lang="en-ZA" sz="5600" noProof="1">
                <a:ea typeface="+mn-lt"/>
                <a:cs typeface="+mn-lt"/>
              </a:rPr>
              <a:t> Initially, it was only in the cryptocurrencies, but the tech model is also very useful in other areas to enhance security.  </a:t>
            </a:r>
            <a:endParaRPr lang="en-ZA" sz="5600" dirty="0">
              <a:ea typeface="Source Sans Pro"/>
            </a:endParaRPr>
          </a:p>
          <a:p>
            <a:pPr lvl="1">
              <a:buFont typeface="Courier New,monospace" panose="020B0604020202020204" pitchFamily="34" charset="0"/>
              <a:buChar char="o"/>
            </a:pPr>
            <a:r>
              <a:rPr lang="en-ZA" sz="5600" noProof="1">
                <a:ea typeface="+mn-lt"/>
                <a:cs typeface="+mn-lt"/>
              </a:rPr>
              <a:t> Basically, it stores every piece of data in a cube called a lader, and every system has two keys, which are public and private.  </a:t>
            </a:r>
            <a:endParaRPr lang="en-ZA" sz="5600" dirty="0">
              <a:ea typeface="Source Sans Pro"/>
            </a:endParaRPr>
          </a:p>
          <a:p>
            <a:pPr lvl="1">
              <a:buFont typeface="Courier New,monospace" panose="020B0604020202020204" pitchFamily="34" charset="0"/>
              <a:buChar char="o"/>
            </a:pPr>
            <a:r>
              <a:rPr lang="en-ZA" sz="5600" noProof="1">
                <a:ea typeface="+mn-lt"/>
                <a:cs typeface="+mn-lt"/>
              </a:rPr>
              <a:t> By using a model, it is impossible for anyone to decrypt your data.  </a:t>
            </a:r>
            <a:endParaRPr lang="en-ZA" sz="5600" dirty="0">
              <a:ea typeface="Source Sans Pro"/>
            </a:endParaRPr>
          </a:p>
          <a:p>
            <a:pPr lvl="1">
              <a:buFont typeface="Courier New,monospace" panose="020B0604020202020204" pitchFamily="34" charset="0"/>
              <a:buChar char="o"/>
            </a:pPr>
            <a:r>
              <a:rPr lang="en-ZA" sz="5600" noProof="1">
                <a:ea typeface="+mn-lt"/>
                <a:cs typeface="+mn-lt"/>
              </a:rPr>
              <a:t> This technology provides you more security.  </a:t>
            </a:r>
            <a:endParaRPr lang="en-ZA" sz="5600" dirty="0">
              <a:ea typeface="Source Sans Pro"/>
            </a:endParaRPr>
          </a:p>
          <a:p>
            <a:pPr lvl="1">
              <a:buFont typeface="Courier New,monospace" panose="020B0604020202020204" pitchFamily="34" charset="0"/>
              <a:buChar char="o"/>
            </a:pPr>
            <a:r>
              <a:rPr lang="en-ZA" sz="5600" noProof="1">
                <a:ea typeface="+mn-lt"/>
                <a:cs typeface="+mn-lt"/>
              </a:rPr>
              <a:t> In the market, only our company is offering this technology.</a:t>
            </a:r>
            <a:endParaRPr lang="en-ZA" sz="5600" dirty="0"/>
          </a:p>
          <a:p>
            <a:pPr>
              <a:buFont typeface="Arial,Sans-Serif" panose="020B0604020202020204" pitchFamily="34" charset="0"/>
              <a:buChar char="•"/>
            </a:pPr>
            <a:endParaRPr lang="en-ZA" sz="2100" noProof="1">
              <a:ea typeface="+mn-lt"/>
              <a:cs typeface="+mn-lt"/>
            </a:endParaRPr>
          </a:p>
          <a:p>
            <a:endParaRPr lang="en-ZA" noProof="1">
              <a:ea typeface="+mn-lt"/>
              <a:cs typeface="+mn-lt"/>
            </a:endParaRPr>
          </a:p>
          <a:p>
            <a:pPr>
              <a:lnSpc>
                <a:spcPct val="170000"/>
              </a:lnSpc>
            </a:pPr>
            <a:r>
              <a:rPr lang="en-ZA" sz="1500" noProof="1">
                <a:ea typeface="+mn-lt"/>
                <a:cs typeface="+mn-lt"/>
              </a:rPr>
              <a:t> </a:t>
            </a:r>
          </a:p>
          <a:p>
            <a:endParaRPr lang="en-US" dirty="0">
              <a:ea typeface="Source Sans Pro"/>
            </a:endParaRPr>
          </a:p>
        </p:txBody>
      </p:sp>
      <p:sp>
        <p:nvSpPr>
          <p:cNvPr id="10" name="Date Placeholder 1">
            <a:extLst>
              <a:ext uri="{FF2B5EF4-FFF2-40B4-BE49-F238E27FC236}">
                <a16:creationId xmlns:a16="http://schemas.microsoft.com/office/drawing/2014/main" id="{88C1B1AF-4BC1-C7B4-2EBC-92072A26121D}"/>
              </a:ext>
            </a:extLst>
          </p:cNvPr>
          <p:cNvSpPr txBox="1">
            <a:spLocks/>
          </p:cNvSpPr>
          <p:nvPr/>
        </p:nvSpPr>
        <p:spPr>
          <a:xfrm>
            <a:off x="828137" y="6354738"/>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bg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04/11/2024</a:t>
            </a:r>
          </a:p>
        </p:txBody>
      </p:sp>
      <p:sp>
        <p:nvSpPr>
          <p:cNvPr id="11" name="Slide Number Placeholder 7">
            <a:extLst>
              <a:ext uri="{FF2B5EF4-FFF2-40B4-BE49-F238E27FC236}">
                <a16:creationId xmlns:a16="http://schemas.microsoft.com/office/drawing/2014/main" id="{F81C35B7-8945-54A3-2108-9175E69E085B}"/>
              </a:ext>
            </a:extLst>
          </p:cNvPr>
          <p:cNvSpPr txBox="1">
            <a:spLocks/>
          </p:cNvSpPr>
          <p:nvPr/>
        </p:nvSpPr>
        <p:spPr>
          <a:xfrm>
            <a:off x="10467437" y="6354738"/>
            <a:ext cx="8763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bg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FF96520-E4CE-4EAD-8ABF-1D2297D6B3AA}" type="slidenum">
              <a:rPr lang="en-US" smtClean="0"/>
              <a:pPr/>
              <a:t>6</a:t>
            </a:fld>
            <a:endParaRPr lang="en-US"/>
          </a:p>
        </p:txBody>
      </p:sp>
      <p:sp>
        <p:nvSpPr>
          <p:cNvPr id="13" name="Text Placeholder 4">
            <a:extLst>
              <a:ext uri="{FF2B5EF4-FFF2-40B4-BE49-F238E27FC236}">
                <a16:creationId xmlns:a16="http://schemas.microsoft.com/office/drawing/2014/main" id="{AB6C5AB4-94B7-DEA1-FBF4-54BF6F255E1D}"/>
              </a:ext>
            </a:extLst>
          </p:cNvPr>
          <p:cNvSpPr txBox="1">
            <a:spLocks/>
          </p:cNvSpPr>
          <p:nvPr/>
        </p:nvSpPr>
        <p:spPr>
          <a:xfrm>
            <a:off x="828138" y="2411388"/>
            <a:ext cx="4114795" cy="493710"/>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1800" kern="1200" cap="all" baseline="0" dirty="0">
                <a:solidFill>
                  <a:schemeClr val="bg1"/>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342900" indent="-342900">
              <a:buFont typeface="Arial" panose="020B0604020202020204" pitchFamily="34" charset="0"/>
              <a:buAutoNum type="arabicPeriod"/>
            </a:pPr>
            <a:r>
              <a:rPr lang="en-ZA" dirty="0">
                <a:ea typeface="Source Sans Pro"/>
              </a:rPr>
              <a:t>HIGH COST</a:t>
            </a:r>
            <a:endParaRPr lang="en-ZA" dirty="0"/>
          </a:p>
        </p:txBody>
      </p:sp>
      <p:sp>
        <p:nvSpPr>
          <p:cNvPr id="14" name="Text Placeholder 6">
            <a:extLst>
              <a:ext uri="{FF2B5EF4-FFF2-40B4-BE49-F238E27FC236}">
                <a16:creationId xmlns:a16="http://schemas.microsoft.com/office/drawing/2014/main" id="{78C7D68B-EBC9-AE5F-5828-55C5F994BD4E}"/>
              </a:ext>
            </a:extLst>
          </p:cNvPr>
          <p:cNvSpPr txBox="1">
            <a:spLocks/>
          </p:cNvSpPr>
          <p:nvPr/>
        </p:nvSpPr>
        <p:spPr>
          <a:xfrm>
            <a:off x="7228940" y="2411388"/>
            <a:ext cx="4114797" cy="493710"/>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1800" kern="1200" cap="all" baseline="0" dirty="0">
                <a:solidFill>
                  <a:schemeClr val="bg1"/>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CA" dirty="0">
                <a:ea typeface="Source Sans Pro"/>
              </a:rPr>
              <a:t>2. SECURITY</a:t>
            </a:r>
          </a:p>
        </p:txBody>
      </p:sp>
    </p:spTree>
    <p:extLst>
      <p:ext uri="{BB962C8B-B14F-4D97-AF65-F5344CB8AC3E}">
        <p14:creationId xmlns:p14="http://schemas.microsoft.com/office/powerpoint/2010/main" val="2045554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500"/>
                                        <p:tgtEl>
                                          <p:spTgt spid="6">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500"/>
                                        <p:tgtEl>
                                          <p:spTgt spid="6">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fade">
                                      <p:cBhvr>
                                        <p:cTn id="24" dur="500"/>
                                        <p:tgtEl>
                                          <p:spTgt spid="6">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500"/>
                                        <p:tgtEl>
                                          <p:spTgt spid="6">
                                            <p:txEl>
                                              <p:pRg st="3" end="3"/>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4" end="4"/>
                                            </p:txEl>
                                          </p:spTgt>
                                        </p:tgtEl>
                                        <p:attrNameLst>
                                          <p:attrName>style.visibility</p:attrName>
                                        </p:attrNameLst>
                                      </p:cBhvr>
                                      <p:to>
                                        <p:strVal val="visible"/>
                                      </p:to>
                                    </p:set>
                                    <p:animEffect transition="in" filter="fade">
                                      <p:cBhvr>
                                        <p:cTn id="30" dur="500"/>
                                        <p:tgtEl>
                                          <p:spTgt spid="6">
                                            <p:txEl>
                                              <p:pRg st="4" end="4"/>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xEl>
                                              <p:pRg st="5" end="5"/>
                                            </p:txEl>
                                          </p:spTgt>
                                        </p:tgtEl>
                                        <p:attrNameLst>
                                          <p:attrName>style.visibility</p:attrName>
                                        </p:attrNameLst>
                                      </p:cBhvr>
                                      <p:to>
                                        <p:strVal val="visible"/>
                                      </p:to>
                                    </p:set>
                                    <p:animEffect transition="in" filter="fade">
                                      <p:cBhvr>
                                        <p:cTn id="33" dur="500"/>
                                        <p:tgtEl>
                                          <p:spTgt spid="6">
                                            <p:txEl>
                                              <p:pRg st="5" end="5"/>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
                                            <p:txEl>
                                              <p:pRg st="0" end="0"/>
                                            </p:txEl>
                                          </p:spTgt>
                                        </p:tgtEl>
                                        <p:attrNameLst>
                                          <p:attrName>style.visibility</p:attrName>
                                        </p:attrNameLst>
                                      </p:cBhvr>
                                      <p:to>
                                        <p:strVal val="visible"/>
                                      </p:to>
                                    </p:set>
                                    <p:animEffect transition="in" filter="fade">
                                      <p:cBhvr>
                                        <p:cTn id="48" dur="500"/>
                                        <p:tgtEl>
                                          <p:spTgt spid="12">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2">
                                            <p:txEl>
                                              <p:pRg st="1" end="1"/>
                                            </p:txEl>
                                          </p:spTgt>
                                        </p:tgtEl>
                                        <p:attrNameLst>
                                          <p:attrName>style.visibility</p:attrName>
                                        </p:attrNameLst>
                                      </p:cBhvr>
                                      <p:to>
                                        <p:strVal val="visible"/>
                                      </p:to>
                                    </p:set>
                                    <p:animEffect transition="in" filter="fade">
                                      <p:cBhvr>
                                        <p:cTn id="53" dur="500"/>
                                        <p:tgtEl>
                                          <p:spTgt spid="12">
                                            <p:txEl>
                                              <p:pRg st="1" end="1"/>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2">
                                            <p:txEl>
                                              <p:pRg st="2" end="2"/>
                                            </p:txEl>
                                          </p:spTgt>
                                        </p:tgtEl>
                                        <p:attrNameLst>
                                          <p:attrName>style.visibility</p:attrName>
                                        </p:attrNameLst>
                                      </p:cBhvr>
                                      <p:to>
                                        <p:strVal val="visible"/>
                                      </p:to>
                                    </p:set>
                                    <p:animEffect transition="in" filter="fade">
                                      <p:cBhvr>
                                        <p:cTn id="56" dur="500"/>
                                        <p:tgtEl>
                                          <p:spTgt spid="12">
                                            <p:txEl>
                                              <p:pRg st="2" end="2"/>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2">
                                            <p:txEl>
                                              <p:pRg st="3" end="3"/>
                                            </p:txEl>
                                          </p:spTgt>
                                        </p:tgtEl>
                                        <p:attrNameLst>
                                          <p:attrName>style.visibility</p:attrName>
                                        </p:attrNameLst>
                                      </p:cBhvr>
                                      <p:to>
                                        <p:strVal val="visible"/>
                                      </p:to>
                                    </p:set>
                                    <p:animEffect transition="in" filter="fade">
                                      <p:cBhvr>
                                        <p:cTn id="59" dur="500"/>
                                        <p:tgtEl>
                                          <p:spTgt spid="12">
                                            <p:txEl>
                                              <p:pRg st="3" end="3"/>
                                            </p:tx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2">
                                            <p:txEl>
                                              <p:pRg st="4" end="4"/>
                                            </p:txEl>
                                          </p:spTgt>
                                        </p:tgtEl>
                                        <p:attrNameLst>
                                          <p:attrName>style.visibility</p:attrName>
                                        </p:attrNameLst>
                                      </p:cBhvr>
                                      <p:to>
                                        <p:strVal val="visible"/>
                                      </p:to>
                                    </p:set>
                                    <p:animEffect transition="in" filter="fade">
                                      <p:cBhvr>
                                        <p:cTn id="62" dur="500"/>
                                        <p:tgtEl>
                                          <p:spTgt spid="12">
                                            <p:txEl>
                                              <p:pRg st="4" end="4"/>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2">
                                            <p:txEl>
                                              <p:pRg st="5" end="5"/>
                                            </p:txEl>
                                          </p:spTgt>
                                        </p:tgtEl>
                                        <p:attrNameLst>
                                          <p:attrName>style.visibility</p:attrName>
                                        </p:attrNameLst>
                                      </p:cBhvr>
                                      <p:to>
                                        <p:strVal val="visible"/>
                                      </p:to>
                                    </p:set>
                                    <p:animEffect transition="in" filter="fade">
                                      <p:cBhvr>
                                        <p:cTn id="65" dur="500"/>
                                        <p:tgtEl>
                                          <p:spTgt spid="12">
                                            <p:txEl>
                                              <p:pRg st="5" end="5"/>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2">
                                            <p:txEl>
                                              <p:pRg st="6" end="6"/>
                                            </p:txEl>
                                          </p:spTgt>
                                        </p:tgtEl>
                                        <p:attrNameLst>
                                          <p:attrName>style.visibility</p:attrName>
                                        </p:attrNameLst>
                                      </p:cBhvr>
                                      <p:to>
                                        <p:strVal val="visible"/>
                                      </p:to>
                                    </p:set>
                                    <p:animEffect transition="in" filter="fade">
                                      <p:cBhvr>
                                        <p:cTn id="68" dur="500"/>
                                        <p:tgtEl>
                                          <p:spTgt spid="12">
                                            <p:txEl>
                                              <p:pRg st="6" end="6"/>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2">
                                            <p:txEl>
                                              <p:pRg st="9" end="9"/>
                                            </p:txEl>
                                          </p:spTgt>
                                        </p:tgtEl>
                                        <p:attrNameLst>
                                          <p:attrName>style.visibility</p:attrName>
                                        </p:attrNameLst>
                                      </p:cBhvr>
                                      <p:to>
                                        <p:strVal val="visible"/>
                                      </p:to>
                                    </p:set>
                                    <p:animEffect transition="in" filter="fade">
                                      <p:cBhvr>
                                        <p:cTn id="73" dur="500"/>
                                        <p:tgtEl>
                                          <p:spTgt spid="12">
                                            <p:txEl>
                                              <p:pRg st="9" end="9"/>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9"/>
                                        </p:tgtEl>
                                        <p:attrNameLst>
                                          <p:attrName>style.visibility</p:attrName>
                                        </p:attrNameLst>
                                      </p:cBhvr>
                                      <p:to>
                                        <p:strVal val="visible"/>
                                      </p:to>
                                    </p:set>
                                    <p:animEffect transition="in" filter="fade">
                                      <p:cBhvr>
                                        <p:cTn id="7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2" grpId="0" build="p"/>
      <p:bldP spid="3" grpId="0"/>
      <p:bldP spid="9" grpId="0"/>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Placeholder 26" descr="A person using a phone to pay for a business&#10;&#10;Description automatically generated">
            <a:extLst>
              <a:ext uri="{FF2B5EF4-FFF2-40B4-BE49-F238E27FC236}">
                <a16:creationId xmlns:a16="http://schemas.microsoft.com/office/drawing/2014/main" id="{1F35C2C5-079C-182B-2EF8-6AE339AA74FA}"/>
              </a:ext>
            </a:extLst>
          </p:cNvPr>
          <p:cNvPicPr>
            <a:picLocks noGrp="1" noChangeAspect="1"/>
          </p:cNvPicPr>
          <p:nvPr>
            <p:ph type="pic" sz="quarter" idx="27"/>
          </p:nvPr>
        </p:nvPicPr>
        <p:blipFill>
          <a:blip r:embed="rId2">
            <a:duotone>
              <a:prstClr val="black"/>
              <a:schemeClr val="accent1">
                <a:tint val="45000"/>
                <a:satMod val="400000"/>
              </a:schemeClr>
            </a:duotone>
          </a:blip>
          <a:srcRect l="57201" t="-2" r="-22365"/>
          <a:stretch/>
        </p:blipFill>
        <p:spPr>
          <a:xfrm>
            <a:off x="2" y="10"/>
            <a:ext cx="6694955" cy="6857990"/>
          </a:xfrm>
          <a:noFill/>
        </p:spPr>
      </p:pic>
      <p:sp>
        <p:nvSpPr>
          <p:cNvPr id="4" name="Content Placeholder 3">
            <a:extLst>
              <a:ext uri="{FF2B5EF4-FFF2-40B4-BE49-F238E27FC236}">
                <a16:creationId xmlns:a16="http://schemas.microsoft.com/office/drawing/2014/main" id="{8421587F-8DFD-4A31-9931-8A346A92D87A}"/>
              </a:ext>
            </a:extLst>
          </p:cNvPr>
          <p:cNvSpPr>
            <a:spLocks noGrp="1"/>
          </p:cNvSpPr>
          <p:nvPr>
            <p:ph type="body" sz="quarter" idx="13"/>
          </p:nvPr>
        </p:nvSpPr>
        <p:spPr>
          <a:xfrm>
            <a:off x="6144768" y="2069658"/>
            <a:ext cx="5042568" cy="345476"/>
          </a:xfrm>
        </p:spPr>
        <p:txBody>
          <a:bodyPr vert="horz" lIns="91440" tIns="45720" rIns="91440" bIns="45720" rtlCol="0" anchor="ctr">
            <a:normAutofit/>
          </a:bodyPr>
          <a:lstStyle/>
          <a:p>
            <a:r>
              <a:rPr lang="en-ZA" dirty="0"/>
              <a:t>Fingerprint Scanners</a:t>
            </a:r>
          </a:p>
        </p:txBody>
      </p:sp>
      <p:sp>
        <p:nvSpPr>
          <p:cNvPr id="3" name="Text Placeholder 2">
            <a:extLst>
              <a:ext uri="{FF2B5EF4-FFF2-40B4-BE49-F238E27FC236}">
                <a16:creationId xmlns:a16="http://schemas.microsoft.com/office/drawing/2014/main" id="{D3264BC1-DA72-48D5-81A1-C62B43019957}"/>
              </a:ext>
            </a:extLst>
          </p:cNvPr>
          <p:cNvSpPr>
            <a:spLocks noGrp="1"/>
          </p:cNvSpPr>
          <p:nvPr>
            <p:ph type="body" sz="quarter" idx="15"/>
          </p:nvPr>
        </p:nvSpPr>
        <p:spPr>
          <a:xfrm>
            <a:off x="6144768" y="2415134"/>
            <a:ext cx="5041422" cy="540104"/>
          </a:xfrm>
        </p:spPr>
        <p:txBody>
          <a:bodyPr>
            <a:normAutofit fontScale="92500" lnSpcReduction="10000"/>
          </a:bodyPr>
          <a:lstStyle/>
          <a:p>
            <a:r>
              <a:rPr lang="en-US" dirty="0"/>
              <a:t>High-accuracy and affordable fingerprint scanners for office access, office room doors, and restricted areas.</a:t>
            </a:r>
          </a:p>
        </p:txBody>
      </p:sp>
      <p:sp>
        <p:nvSpPr>
          <p:cNvPr id="2" name="Title 1">
            <a:extLst>
              <a:ext uri="{FF2B5EF4-FFF2-40B4-BE49-F238E27FC236}">
                <a16:creationId xmlns:a16="http://schemas.microsoft.com/office/drawing/2014/main" id="{7291CFAB-A735-4A31-A51D-42FE1F5E94E0}"/>
              </a:ext>
            </a:extLst>
          </p:cNvPr>
          <p:cNvSpPr>
            <a:spLocks noGrp="1"/>
          </p:cNvSpPr>
          <p:nvPr>
            <p:ph type="title"/>
          </p:nvPr>
        </p:nvSpPr>
        <p:spPr>
          <a:xfrm>
            <a:off x="6971633" y="690928"/>
            <a:ext cx="4501910" cy="732282"/>
          </a:xfrm>
        </p:spPr>
        <p:txBody>
          <a:bodyPr anchor="b">
            <a:normAutofit/>
          </a:bodyPr>
          <a:lstStyle/>
          <a:p>
            <a:r>
              <a:rPr lang="en-US" dirty="0"/>
              <a:t>What We Offer</a:t>
            </a:r>
          </a:p>
        </p:txBody>
      </p:sp>
      <p:sp>
        <p:nvSpPr>
          <p:cNvPr id="9" name="Date Placeholder 8">
            <a:extLst>
              <a:ext uri="{FF2B5EF4-FFF2-40B4-BE49-F238E27FC236}">
                <a16:creationId xmlns:a16="http://schemas.microsoft.com/office/drawing/2014/main" id="{A0F7F98C-FFCE-405F-B18C-BDC55EDB7BFD}"/>
              </a:ext>
            </a:extLst>
          </p:cNvPr>
          <p:cNvSpPr>
            <a:spLocks noGrp="1"/>
          </p:cNvSpPr>
          <p:nvPr>
            <p:ph type="dt" sz="half" idx="20"/>
          </p:nvPr>
        </p:nvSpPr>
        <p:spPr>
          <a:xfrm>
            <a:off x="838200" y="6356350"/>
            <a:ext cx="2743200" cy="365125"/>
          </a:xfrm>
        </p:spPr>
        <p:txBody>
          <a:bodyPr anchor="ctr">
            <a:normAutofit/>
          </a:bodyPr>
          <a:lstStyle/>
          <a:p>
            <a:pPr>
              <a:spcAft>
                <a:spcPts val="600"/>
              </a:spcAft>
            </a:pPr>
            <a:r>
              <a:rPr lang="en-US" dirty="0"/>
              <a:t>04/11/2024</a:t>
            </a:r>
          </a:p>
        </p:txBody>
      </p:sp>
      <p:sp>
        <p:nvSpPr>
          <p:cNvPr id="10" name="Footer Placeholder 9">
            <a:extLst>
              <a:ext uri="{FF2B5EF4-FFF2-40B4-BE49-F238E27FC236}">
                <a16:creationId xmlns:a16="http://schemas.microsoft.com/office/drawing/2014/main" id="{3B319D9A-3123-4A8C-80E8-FEA22A444432}"/>
              </a:ext>
            </a:extLst>
          </p:cNvPr>
          <p:cNvSpPr>
            <a:spLocks noGrp="1"/>
          </p:cNvSpPr>
          <p:nvPr>
            <p:ph type="ftr" sz="quarter" idx="21"/>
          </p:nvPr>
        </p:nvSpPr>
        <p:spPr>
          <a:xfrm>
            <a:off x="4038600" y="6356350"/>
            <a:ext cx="4114800" cy="365125"/>
          </a:xfrm>
        </p:spPr>
        <p:txBody>
          <a:bodyPr anchor="ctr">
            <a:normAutofit/>
          </a:bodyPr>
          <a:lstStyle/>
          <a:p>
            <a:pPr>
              <a:spcAft>
                <a:spcPts val="600"/>
              </a:spcAft>
            </a:pPr>
            <a:r>
              <a:rPr lang="en-ZA" dirty="0"/>
              <a:t>Client Pitch</a:t>
            </a:r>
          </a:p>
        </p:txBody>
      </p:sp>
      <p:sp>
        <p:nvSpPr>
          <p:cNvPr id="12" name="Slide Number Placeholder 11">
            <a:extLst>
              <a:ext uri="{FF2B5EF4-FFF2-40B4-BE49-F238E27FC236}">
                <a16:creationId xmlns:a16="http://schemas.microsoft.com/office/drawing/2014/main" id="{18E5D0F5-4C11-47EE-BA9F-DEF2F44DD3DC}"/>
              </a:ext>
            </a:extLst>
          </p:cNvPr>
          <p:cNvSpPr>
            <a:spLocks noGrp="1"/>
          </p:cNvSpPr>
          <p:nvPr>
            <p:ph type="sldNum" sz="quarter" idx="2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7</a:t>
            </a:fld>
            <a:endParaRPr lang="en-US"/>
          </a:p>
        </p:txBody>
      </p:sp>
      <p:sp>
        <p:nvSpPr>
          <p:cNvPr id="5" name="Text Placeholder 4">
            <a:extLst>
              <a:ext uri="{FF2B5EF4-FFF2-40B4-BE49-F238E27FC236}">
                <a16:creationId xmlns:a16="http://schemas.microsoft.com/office/drawing/2014/main" id="{B58D86DE-B923-4D58-B00B-1914FA90BB77}"/>
              </a:ext>
            </a:extLst>
          </p:cNvPr>
          <p:cNvSpPr>
            <a:spLocks noGrp="1"/>
          </p:cNvSpPr>
          <p:nvPr>
            <p:ph type="body" sz="quarter" idx="23"/>
          </p:nvPr>
        </p:nvSpPr>
        <p:spPr>
          <a:xfrm>
            <a:off x="5300006" y="3587638"/>
            <a:ext cx="5042568" cy="320381"/>
          </a:xfrm>
        </p:spPr>
        <p:txBody>
          <a:bodyPr anchor="ctr">
            <a:normAutofit/>
          </a:bodyPr>
          <a:lstStyle/>
          <a:p>
            <a:r>
              <a:rPr lang="en-CA" sz="1600" dirty="0"/>
              <a:t>Face Scanners</a:t>
            </a:r>
            <a:endParaRPr lang="en-US" sz="1500" dirty="0"/>
          </a:p>
        </p:txBody>
      </p:sp>
      <p:sp>
        <p:nvSpPr>
          <p:cNvPr id="8" name="Text Placeholder 7">
            <a:extLst>
              <a:ext uri="{FF2B5EF4-FFF2-40B4-BE49-F238E27FC236}">
                <a16:creationId xmlns:a16="http://schemas.microsoft.com/office/drawing/2014/main" id="{4FFD7B4A-6574-4881-83D5-1E45D4054B5E}"/>
              </a:ext>
            </a:extLst>
          </p:cNvPr>
          <p:cNvSpPr>
            <a:spLocks noGrp="1"/>
          </p:cNvSpPr>
          <p:nvPr>
            <p:ph type="body" sz="quarter" idx="24"/>
          </p:nvPr>
        </p:nvSpPr>
        <p:spPr>
          <a:xfrm>
            <a:off x="5300007" y="3933114"/>
            <a:ext cx="5041422" cy="540104"/>
          </a:xfrm>
        </p:spPr>
        <p:txBody>
          <a:bodyPr>
            <a:normAutofit fontScale="92500" lnSpcReduction="10000"/>
          </a:bodyPr>
          <a:lstStyle/>
          <a:p>
            <a:r>
              <a:rPr lang="en-US" dirty="0"/>
              <a:t>Contactless 3D face scanners, which are highly secured and more accurate. Therefore, this is the popular choice between corporations.</a:t>
            </a:r>
          </a:p>
        </p:txBody>
      </p:sp>
      <p:sp>
        <p:nvSpPr>
          <p:cNvPr id="7" name="Text Placeholder 6">
            <a:extLst>
              <a:ext uri="{FF2B5EF4-FFF2-40B4-BE49-F238E27FC236}">
                <a16:creationId xmlns:a16="http://schemas.microsoft.com/office/drawing/2014/main" id="{8F60FE46-C4A2-49EB-9D1E-FEFE2C69E106}"/>
              </a:ext>
            </a:extLst>
          </p:cNvPr>
          <p:cNvSpPr>
            <a:spLocks noGrp="1"/>
          </p:cNvSpPr>
          <p:nvPr>
            <p:ph type="body" sz="quarter" idx="25"/>
          </p:nvPr>
        </p:nvSpPr>
        <p:spPr>
          <a:xfrm>
            <a:off x="4398264" y="5105618"/>
            <a:ext cx="5042568" cy="320381"/>
          </a:xfrm>
        </p:spPr>
        <p:txBody>
          <a:bodyPr anchor="ctr">
            <a:normAutofit/>
          </a:bodyPr>
          <a:lstStyle/>
          <a:p>
            <a:r>
              <a:rPr lang="en-CA" sz="1600" dirty="0"/>
              <a:t>Iris Scanners</a:t>
            </a:r>
            <a:endParaRPr lang="en-US" sz="1500" dirty="0"/>
          </a:p>
        </p:txBody>
      </p:sp>
      <p:sp>
        <p:nvSpPr>
          <p:cNvPr id="6" name="Text Placeholder 5">
            <a:extLst>
              <a:ext uri="{FF2B5EF4-FFF2-40B4-BE49-F238E27FC236}">
                <a16:creationId xmlns:a16="http://schemas.microsoft.com/office/drawing/2014/main" id="{071D6DC6-1167-4691-9102-803C951DFEF9}"/>
              </a:ext>
            </a:extLst>
          </p:cNvPr>
          <p:cNvSpPr>
            <a:spLocks noGrp="1"/>
          </p:cNvSpPr>
          <p:nvPr>
            <p:ph type="body" sz="quarter" idx="26"/>
          </p:nvPr>
        </p:nvSpPr>
        <p:spPr>
          <a:xfrm>
            <a:off x="4398264" y="5451094"/>
            <a:ext cx="5041422" cy="540104"/>
          </a:xfrm>
        </p:spPr>
        <p:txBody>
          <a:bodyPr>
            <a:normAutofit lnSpcReduction="10000"/>
          </a:bodyPr>
          <a:lstStyle/>
          <a:p>
            <a:r>
              <a:rPr lang="en-US" sz="1100" dirty="0"/>
              <a:t>Quick, accurate, and difficult to forge, this is a faster way of authentication, which makes it efficient and reliable at the same time.</a:t>
            </a:r>
          </a:p>
        </p:txBody>
      </p:sp>
    </p:spTree>
    <p:extLst>
      <p:ext uri="{BB962C8B-B14F-4D97-AF65-F5344CB8AC3E}">
        <p14:creationId xmlns:p14="http://schemas.microsoft.com/office/powerpoint/2010/main" val="62791159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0" end="0"/>
                                            </p:txEl>
                                          </p:spTgt>
                                        </p:tgtEl>
                                        <p:attrNameLst>
                                          <p:attrName>style.visibility</p:attrName>
                                        </p:attrNameLst>
                                      </p:cBhvr>
                                      <p:to>
                                        <p:strVal val="visible"/>
                                      </p:to>
                                    </p:set>
                                    <p:animEffect transition="in" filter="fade">
                                      <p:cBhvr>
                                        <p:cTn id="28" dur="1000"/>
                                        <p:tgtEl>
                                          <p:spTgt spid="5">
                                            <p:txEl>
                                              <p:pRg st="0" end="0"/>
                                            </p:txEl>
                                          </p:spTgt>
                                        </p:tgtEl>
                                      </p:cBhvr>
                                    </p:animEffect>
                                    <p:anim calcmode="lin" valueType="num">
                                      <p:cBhvr>
                                        <p:cTn id="2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animEffect transition="in" filter="fade">
                                      <p:cBhvr>
                                        <p:cTn id="35" dur="1000"/>
                                        <p:tgtEl>
                                          <p:spTgt spid="8">
                                            <p:txEl>
                                              <p:pRg st="0" end="0"/>
                                            </p:txEl>
                                          </p:spTgt>
                                        </p:tgtEl>
                                      </p:cBhvr>
                                    </p:animEffect>
                                    <p:anim calcmode="lin" valueType="num">
                                      <p:cBhvr>
                                        <p:cTn id="36"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0" end="0"/>
                                            </p:txEl>
                                          </p:spTgt>
                                        </p:tgtEl>
                                        <p:attrNameLst>
                                          <p:attrName>style.visibility</p:attrName>
                                        </p:attrNameLst>
                                      </p:cBhvr>
                                      <p:to>
                                        <p:strVal val="visible"/>
                                      </p:to>
                                    </p:set>
                                    <p:animEffect transition="in" filter="fade">
                                      <p:cBhvr>
                                        <p:cTn id="42" dur="1000"/>
                                        <p:tgtEl>
                                          <p:spTgt spid="7">
                                            <p:txEl>
                                              <p:pRg st="0" end="0"/>
                                            </p:txEl>
                                          </p:spTgt>
                                        </p:tgtEl>
                                      </p:cBhvr>
                                    </p:animEffect>
                                    <p:anim calcmode="lin" valueType="num">
                                      <p:cBhvr>
                                        <p:cTn id="43"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xEl>
                                              <p:pRg st="0" end="0"/>
                                            </p:txEl>
                                          </p:spTgt>
                                        </p:tgtEl>
                                        <p:attrNameLst>
                                          <p:attrName>style.visibility</p:attrName>
                                        </p:attrNameLst>
                                      </p:cBhvr>
                                      <p:to>
                                        <p:strVal val="visible"/>
                                      </p:to>
                                    </p:set>
                                    <p:animEffect transition="in" filter="fade">
                                      <p:cBhvr>
                                        <p:cTn id="49" dur="1000"/>
                                        <p:tgtEl>
                                          <p:spTgt spid="6">
                                            <p:txEl>
                                              <p:pRg st="0" end="0"/>
                                            </p:txEl>
                                          </p:spTgt>
                                        </p:tgtEl>
                                      </p:cBhvr>
                                    </p:animEffect>
                                    <p:anim calcmode="lin" valueType="num">
                                      <p:cBhvr>
                                        <p:cTn id="5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3" grpId="0" build="p"/>
      <p:bldP spid="2" grpId="0"/>
      <p:bldP spid="5" grpId="0" build="p"/>
      <p:bldP spid="8" grpId="0" build="p"/>
      <p:bldP spid="7" grpId="0" build="p"/>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33"/>
          </p:nvPr>
        </p:nvSpPr>
        <p:spPr>
          <a:xfrm>
            <a:off x="1034142" y="3249016"/>
            <a:ext cx="2941600" cy="360000"/>
          </a:xfrm>
        </p:spPr>
        <p:txBody>
          <a:bodyPr vert="horz" lIns="91440" tIns="45720" rIns="91440" bIns="45720" rtlCol="0" anchor="t">
            <a:normAutofit/>
          </a:bodyPr>
          <a:lstStyle/>
          <a:p>
            <a:r>
              <a:rPr lang="en-ZA" dirty="0">
                <a:ea typeface="Source Sans Pro"/>
              </a:rPr>
              <a:t>ONE TIME INVESTMENT</a:t>
            </a:r>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34"/>
          </p:nvPr>
        </p:nvSpPr>
        <p:spPr>
          <a:xfrm>
            <a:off x="252350" y="3833937"/>
            <a:ext cx="3772872" cy="1913777"/>
          </a:xfrm>
        </p:spPr>
        <p:txBody>
          <a:bodyPr vert="horz" lIns="91440" tIns="45720" rIns="91440" bIns="45720" rtlCol="0" anchor="t">
            <a:noAutofit/>
          </a:bodyPr>
          <a:lstStyle/>
          <a:p>
            <a:r>
              <a:rPr lang="en-ZA" sz="1600" noProof="1">
                <a:ea typeface="+mn-lt"/>
                <a:cs typeface="+mn-lt"/>
              </a:rPr>
              <a:t>Since we are offering free installation service and free maintenance for the life, it will be a one-time investment for you. You just have to pay for the hardware (software is included in it).</a:t>
            </a:r>
            <a:endParaRPr lang="en-US"/>
          </a:p>
        </p:txBody>
      </p:sp>
      <p:pic>
        <p:nvPicPr>
          <p:cNvPr id="27" name="Picture Placeholder 11" descr="Piggy Bank outline">
            <a:extLst>
              <a:ext uri="{FF2B5EF4-FFF2-40B4-BE49-F238E27FC236}">
                <a16:creationId xmlns:a16="http://schemas.microsoft.com/office/drawing/2014/main" id="{E7501A7A-87F1-48B8-AE66-9FB3CB45D40B}"/>
              </a:ext>
            </a:extLst>
          </p:cNvPr>
          <p:cNvPicPr>
            <a:picLocks noGrp="1" noChangeAspect="1"/>
          </p:cNvPicPr>
          <p:nvPr>
            <p:ph type="pic" sz="quarter" idx="42"/>
          </p:nvPr>
        </p:nvPicPr>
        <p:blipFill rotWithShape="1">
          <a:blip r:embed="rId2">
            <a:extLst>
              <a:ext uri="{96DAC541-7B7A-43D3-8B79-37D633B846F1}">
                <asvg:svgBlip xmlns:asvg="http://schemas.microsoft.com/office/drawing/2016/SVG/main" r:embed="rId3"/>
              </a:ext>
            </a:extLst>
          </a:blip>
          <a:srcRect/>
          <a:stretch/>
        </p:blipFill>
        <p:spPr>
          <a:xfrm>
            <a:off x="1034142" y="2117766"/>
            <a:ext cx="858550" cy="769487"/>
          </a:xfrm>
          <a:noFill/>
          <a:ln w="95250" cap="sq" cmpd="sng" algn="ctr">
            <a:noFill/>
            <a:prstDash val="solid"/>
            <a:miter lim="800000"/>
          </a:ln>
          <a:effectLst/>
        </p:spPr>
      </p:pic>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1034142" y="1110286"/>
            <a:ext cx="10515600" cy="924808"/>
          </a:xfrm>
        </p:spPr>
        <p:txBody>
          <a:bodyPr/>
          <a:lstStyle/>
          <a:p>
            <a:r>
              <a:rPr lang="en-ZA" dirty="0">
                <a:ea typeface="Source Sans Pro"/>
              </a:rPr>
              <a:t>BENEFITS FOR YOUR COMPANY </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43"/>
          </p:nvPr>
        </p:nvSpPr>
        <p:spPr>
          <a:xfrm>
            <a:off x="4706975" y="3249016"/>
            <a:ext cx="2941600" cy="360000"/>
          </a:xfrm>
        </p:spPr>
        <p:txBody>
          <a:bodyPr vert="horz" lIns="91440" tIns="45720" rIns="91440" bIns="45720" rtlCol="0" anchor="t">
            <a:normAutofit/>
          </a:bodyPr>
          <a:lstStyle/>
          <a:p>
            <a:r>
              <a:rPr lang="en-ZA">
                <a:ea typeface="Source Sans Pro"/>
              </a:rPr>
              <a:t>1 YEAR RETURN POLICY</a:t>
            </a:r>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44"/>
          </p:nvPr>
        </p:nvSpPr>
        <p:spPr>
          <a:xfrm>
            <a:off x="4360612" y="3833937"/>
            <a:ext cx="3287963" cy="1913777"/>
          </a:xfrm>
        </p:spPr>
        <p:txBody>
          <a:bodyPr vert="horz" lIns="91440" tIns="45720" rIns="91440" bIns="45720" rtlCol="0" anchor="t">
            <a:noAutofit/>
          </a:bodyPr>
          <a:lstStyle/>
          <a:p>
            <a:r>
              <a:rPr lang="en-ZA" sz="1400" noProof="1">
                <a:ea typeface="+mn-lt"/>
                <a:cs typeface="+mn-lt"/>
              </a:rPr>
              <a:t>If you do not like our product, you just have to fill out a form and follow a procedure. We will return your money.  </a:t>
            </a:r>
            <a:endParaRPr lang="en-US" dirty="0"/>
          </a:p>
          <a:p>
            <a:r>
              <a:rPr lang="en-ZA" sz="1400" noProof="1">
                <a:ea typeface="+mn-lt"/>
                <a:cs typeface="+mn-lt"/>
              </a:rPr>
              <a:t>(Condition applied: the product should not be damaged.) </a:t>
            </a:r>
            <a:endParaRPr lang="en-ZA" dirty="0"/>
          </a:p>
          <a:p>
            <a:endParaRPr lang="en-ZA" sz="1400" noProof="1">
              <a:ea typeface="Source Sans Pro"/>
            </a:endParaRPr>
          </a:p>
          <a:p>
            <a:endParaRPr lang="en-ZA" noProof="1">
              <a:ea typeface="Source Sans Pro"/>
            </a:endParaRPr>
          </a:p>
        </p:txBody>
      </p:sp>
      <p:pic>
        <p:nvPicPr>
          <p:cNvPr id="28" name="Picture Placeholder 15" descr="Document outline">
            <a:extLst>
              <a:ext uri="{FF2B5EF4-FFF2-40B4-BE49-F238E27FC236}">
                <a16:creationId xmlns:a16="http://schemas.microsoft.com/office/drawing/2014/main" id="{55BF36B0-70C1-41A7-97F7-10772AE3E317}"/>
              </a:ext>
            </a:extLst>
          </p:cNvPr>
          <p:cNvPicPr>
            <a:picLocks noGrp="1" noChangeAspect="1"/>
          </p:cNvPicPr>
          <p:nvPr>
            <p:ph type="pic" sz="quarter" idx="45"/>
          </p:nvPr>
        </p:nvPicPr>
        <p:blipFill rotWithShape="1">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4568430" y="2117766"/>
            <a:ext cx="769486" cy="769486"/>
          </a:xfrm>
          <a:noFill/>
          <a:ln w="95250" cap="sq" cmpd="sng" algn="ctr">
            <a:noFill/>
            <a:prstDash val="solid"/>
            <a:miter lim="800000"/>
          </a:ln>
          <a:effectLst/>
        </p:spPr>
      </p:pic>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46"/>
          </p:nvPr>
        </p:nvSpPr>
        <p:spPr>
          <a:xfrm>
            <a:off x="8412200" y="3249016"/>
            <a:ext cx="2941600" cy="360000"/>
          </a:xfrm>
        </p:spPr>
        <p:txBody>
          <a:bodyPr vert="horz" lIns="91440" tIns="45720" rIns="91440" bIns="45720" rtlCol="0" anchor="t">
            <a:normAutofit/>
          </a:bodyPr>
          <a:lstStyle/>
          <a:p>
            <a:r>
              <a:rPr lang="en-ZA">
                <a:ea typeface="Source Sans Pro"/>
              </a:rPr>
              <a:t>Security</a:t>
            </a:r>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47"/>
          </p:nvPr>
        </p:nvSpPr>
        <p:spPr>
          <a:xfrm>
            <a:off x="8412200" y="3833937"/>
            <a:ext cx="3050457" cy="1913777"/>
          </a:xfrm>
        </p:spPr>
        <p:txBody>
          <a:bodyPr vert="horz" lIns="91440" tIns="45720" rIns="91440" bIns="45720" rtlCol="0" anchor="t">
            <a:noAutofit/>
          </a:bodyPr>
          <a:lstStyle/>
          <a:p>
            <a:r>
              <a:rPr lang="en-ZA" sz="1400" noProof="1">
                <a:ea typeface="+mn-lt"/>
                <a:cs typeface="+mn-lt"/>
              </a:rPr>
              <a:t>Since we are using block chain technology in our hardware products, it is more secure than any other product that is available in the market. Nobody can encrypt and decrypt your data other than the user.</a:t>
            </a:r>
            <a:endParaRPr lang="en-US"/>
          </a:p>
        </p:txBody>
      </p:sp>
      <p:pic>
        <p:nvPicPr>
          <p:cNvPr id="29" name="Picture Placeholder 17" descr="Lock outline">
            <a:extLst>
              <a:ext uri="{FF2B5EF4-FFF2-40B4-BE49-F238E27FC236}">
                <a16:creationId xmlns:a16="http://schemas.microsoft.com/office/drawing/2014/main" id="{3F6B18F7-FCBF-493A-AD96-1FFF95A95E2F}"/>
              </a:ext>
            </a:extLst>
          </p:cNvPr>
          <p:cNvPicPr>
            <a:picLocks noGrp="1" noChangeAspect="1"/>
          </p:cNvPicPr>
          <p:nvPr>
            <p:ph type="pic" sz="quarter" idx="48"/>
          </p:nvPr>
        </p:nvPicPr>
        <p:blipFill rotWithShape="1">
          <a:blip r:embed="rId6">
            <a:extLst>
              <a:ext uri="{96DAC541-7B7A-43D3-8B79-37D633B846F1}">
                <asvg:svgBlip xmlns:asvg="http://schemas.microsoft.com/office/drawing/2016/SVG/main" r:embed="rId7"/>
              </a:ext>
            </a:extLst>
          </a:blip>
          <a:srcRect/>
          <a:stretch/>
        </p:blipFill>
        <p:spPr>
          <a:xfrm>
            <a:off x="8224174" y="2117766"/>
            <a:ext cx="769486" cy="769486"/>
          </a:xfrm>
          <a:noFill/>
          <a:ln w="95250" cap="sq" cmpd="sng" algn="ctr">
            <a:noFill/>
            <a:prstDash val="solid"/>
            <a:miter lim="800000"/>
          </a:ln>
          <a:effectLst/>
        </p:spPr>
      </p:pic>
      <p:sp>
        <p:nvSpPr>
          <p:cNvPr id="11" name="Date Placeholder 10">
            <a:extLst>
              <a:ext uri="{FF2B5EF4-FFF2-40B4-BE49-F238E27FC236}">
                <a16:creationId xmlns:a16="http://schemas.microsoft.com/office/drawing/2014/main" id="{B4C05DEF-58BE-478D-BC6C-655338652023}"/>
              </a:ext>
            </a:extLst>
          </p:cNvPr>
          <p:cNvSpPr>
            <a:spLocks noGrp="1"/>
          </p:cNvSpPr>
          <p:nvPr>
            <p:ph type="dt" sz="half" idx="20"/>
          </p:nvPr>
        </p:nvSpPr>
        <p:spPr>
          <a:xfrm>
            <a:off x="838200" y="6356350"/>
            <a:ext cx="2743200" cy="365125"/>
          </a:xfrm>
        </p:spPr>
        <p:txBody>
          <a:bodyPr/>
          <a:lstStyle/>
          <a:p>
            <a:r>
              <a:rPr lang="en-US" dirty="0"/>
              <a:t>04/11/2024</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4038600" y="6356350"/>
            <a:ext cx="4114800" cy="365125"/>
          </a:xfrm>
        </p:spPr>
        <p:txBody>
          <a:bodyPr/>
          <a:lstStyle/>
          <a:p>
            <a:pPr>
              <a:spcAft>
                <a:spcPts val="600"/>
              </a:spcAft>
            </a:pPr>
            <a:r>
              <a:rPr lang="en-ZA" dirty="0"/>
              <a:t>Client Pitch</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8610600" y="6356350"/>
            <a:ext cx="2743200" cy="365125"/>
          </a:xfrm>
        </p:spPr>
        <p:txBody>
          <a:bodyPr/>
          <a:lstStyle/>
          <a:p>
            <a:fld id="{19B51A1E-902D-48AF-9020-955120F399B6}" type="slidenum">
              <a:rPr lang="en-ZA" smtClean="0"/>
              <a:pPr/>
              <a:t>8</a:t>
            </a:fld>
            <a:endParaRPr lang="en-ZA"/>
          </a:p>
        </p:txBody>
      </p:sp>
    </p:spTree>
    <p:extLst>
      <p:ext uri="{BB962C8B-B14F-4D97-AF65-F5344CB8AC3E}">
        <p14:creationId xmlns:p14="http://schemas.microsoft.com/office/powerpoint/2010/main" val="20693930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1000"/>
                                        <p:tgtEl>
                                          <p:spTgt spid="27"/>
                                        </p:tgtEl>
                                      </p:cBhvr>
                                    </p:animEffect>
                                    <p:anim calcmode="lin" valueType="num">
                                      <p:cBhvr>
                                        <p:cTn id="18" dur="1000" fill="hold"/>
                                        <p:tgtEl>
                                          <p:spTgt spid="27"/>
                                        </p:tgtEl>
                                        <p:attrNameLst>
                                          <p:attrName>ppt_x</p:attrName>
                                        </p:attrNameLst>
                                      </p:cBhvr>
                                      <p:tavLst>
                                        <p:tav tm="0">
                                          <p:val>
                                            <p:strVal val="#ppt_x"/>
                                          </p:val>
                                        </p:tav>
                                        <p:tav tm="100000">
                                          <p:val>
                                            <p:strVal val="#ppt_x"/>
                                          </p:val>
                                        </p:tav>
                                      </p:tavLst>
                                    </p:anim>
                                    <p:anim calcmode="lin" valueType="num">
                                      <p:cBhvr>
                                        <p:cTn id="1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xEl>
                                              <p:pRg st="0" end="0"/>
                                            </p:txEl>
                                          </p:spTgt>
                                        </p:tgtEl>
                                        <p:attrNameLst>
                                          <p:attrName>style.visibility</p:attrName>
                                        </p:attrNameLst>
                                      </p:cBhvr>
                                      <p:to>
                                        <p:strVal val="visible"/>
                                      </p:to>
                                    </p:set>
                                    <p:animEffect transition="in" filter="fade">
                                      <p:cBhvr>
                                        <p:cTn id="24" dur="1000"/>
                                        <p:tgtEl>
                                          <p:spTgt spid="7">
                                            <p:txEl>
                                              <p:pRg st="0" end="0"/>
                                            </p:txEl>
                                          </p:spTgt>
                                        </p:tgtEl>
                                      </p:cBhvr>
                                    </p:animEffect>
                                    <p:anim calcmode="lin" valueType="num">
                                      <p:cBhvr>
                                        <p:cTn id="2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animEffect transition="in" filter="fade">
                                      <p:cBhvr>
                                        <p:cTn id="29" dur="1000"/>
                                        <p:tgtEl>
                                          <p:spTgt spid="8">
                                            <p:txEl>
                                              <p:pRg st="0" end="0"/>
                                            </p:txEl>
                                          </p:spTgt>
                                        </p:tgtEl>
                                      </p:cBhvr>
                                    </p:animEffect>
                                    <p:anim calcmode="lin" valueType="num">
                                      <p:cBhvr>
                                        <p:cTn id="30"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8">
                                            <p:txEl>
                                              <p:pRg st="1" end="1"/>
                                            </p:txEl>
                                          </p:spTgt>
                                        </p:tgtEl>
                                        <p:attrNameLst>
                                          <p:attrName>style.visibility</p:attrName>
                                        </p:attrNameLst>
                                      </p:cBhvr>
                                      <p:to>
                                        <p:strVal val="visible"/>
                                      </p:to>
                                    </p:set>
                                    <p:animEffect transition="in" filter="fade">
                                      <p:cBhvr>
                                        <p:cTn id="36" dur="1000"/>
                                        <p:tgtEl>
                                          <p:spTgt spid="8">
                                            <p:txEl>
                                              <p:pRg st="1" end="1"/>
                                            </p:txEl>
                                          </p:spTgt>
                                        </p:tgtEl>
                                      </p:cBhvr>
                                    </p:animEffect>
                                    <p:anim calcmode="lin" valueType="num">
                                      <p:cBhvr>
                                        <p:cTn id="37"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1" end="1"/>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1000"/>
                                        <p:tgtEl>
                                          <p:spTgt spid="28"/>
                                        </p:tgtEl>
                                      </p:cBhvr>
                                    </p:animEffect>
                                    <p:anim calcmode="lin" valueType="num">
                                      <p:cBhvr>
                                        <p:cTn id="42" dur="1000" fill="hold"/>
                                        <p:tgtEl>
                                          <p:spTgt spid="28"/>
                                        </p:tgtEl>
                                        <p:attrNameLst>
                                          <p:attrName>ppt_x</p:attrName>
                                        </p:attrNameLst>
                                      </p:cBhvr>
                                      <p:tavLst>
                                        <p:tav tm="0">
                                          <p:val>
                                            <p:strVal val="#ppt_x"/>
                                          </p:val>
                                        </p:tav>
                                        <p:tav tm="100000">
                                          <p:val>
                                            <p:strVal val="#ppt_x"/>
                                          </p:val>
                                        </p:tav>
                                      </p:tavLst>
                                    </p:anim>
                                    <p:anim calcmode="lin" valueType="num">
                                      <p:cBhvr>
                                        <p:cTn id="4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9">
                                            <p:txEl>
                                              <p:pRg st="0" end="0"/>
                                            </p:txEl>
                                          </p:spTgt>
                                        </p:tgtEl>
                                        <p:attrNameLst>
                                          <p:attrName>style.visibility</p:attrName>
                                        </p:attrNameLst>
                                      </p:cBhvr>
                                      <p:to>
                                        <p:strVal val="visible"/>
                                      </p:to>
                                    </p:set>
                                    <p:animEffect transition="in" filter="fade">
                                      <p:cBhvr>
                                        <p:cTn id="48" dur="1000"/>
                                        <p:tgtEl>
                                          <p:spTgt spid="9">
                                            <p:txEl>
                                              <p:pRg st="0" end="0"/>
                                            </p:txEl>
                                          </p:spTgt>
                                        </p:tgtEl>
                                      </p:cBhvr>
                                    </p:animEffect>
                                    <p:anim calcmode="lin" valueType="num">
                                      <p:cBhvr>
                                        <p:cTn id="4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9">
                                            <p:txEl>
                                              <p:pRg st="0" end="0"/>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0">
                                            <p:txEl>
                                              <p:pRg st="0" end="0"/>
                                            </p:txEl>
                                          </p:spTgt>
                                        </p:tgtEl>
                                        <p:attrNameLst>
                                          <p:attrName>style.visibility</p:attrName>
                                        </p:attrNameLst>
                                      </p:cBhvr>
                                      <p:to>
                                        <p:strVal val="visible"/>
                                      </p:to>
                                    </p:set>
                                    <p:animEffect transition="in" filter="fade">
                                      <p:cBhvr>
                                        <p:cTn id="53" dur="1000"/>
                                        <p:tgtEl>
                                          <p:spTgt spid="10">
                                            <p:txEl>
                                              <p:pRg st="0" end="0"/>
                                            </p:txEl>
                                          </p:spTgt>
                                        </p:tgtEl>
                                      </p:cBhvr>
                                    </p:animEffect>
                                    <p:anim calcmode="lin" valueType="num">
                                      <p:cBhvr>
                                        <p:cTn id="54"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55"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1000"/>
                                        <p:tgtEl>
                                          <p:spTgt spid="29"/>
                                        </p:tgtEl>
                                      </p:cBhvr>
                                    </p:animEffect>
                                    <p:anim calcmode="lin" valueType="num">
                                      <p:cBhvr>
                                        <p:cTn id="59" dur="1000" fill="hold"/>
                                        <p:tgtEl>
                                          <p:spTgt spid="29"/>
                                        </p:tgtEl>
                                        <p:attrNameLst>
                                          <p:attrName>ppt_x</p:attrName>
                                        </p:attrNameLst>
                                      </p:cBhvr>
                                      <p:tavLst>
                                        <p:tav tm="0">
                                          <p:val>
                                            <p:strVal val="#ppt_x"/>
                                          </p:val>
                                        </p:tav>
                                        <p:tav tm="100000">
                                          <p:val>
                                            <p:strVal val="#ppt_x"/>
                                          </p:val>
                                        </p:tav>
                                      </p:tavLst>
                                    </p:anim>
                                    <p:anim calcmode="lin" valueType="num">
                                      <p:cBhvr>
                                        <p:cTn id="6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9" grpId="0" build="p"/>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A6B31B0-7B84-475D-961F-09C0191F91A2}"/>
              </a:ext>
            </a:extLst>
          </p:cNvPr>
          <p:cNvSpPr>
            <a:spLocks noGrp="1"/>
          </p:cNvSpPr>
          <p:nvPr>
            <p:ph sz="half" idx="1"/>
          </p:nvPr>
        </p:nvSpPr>
        <p:spPr>
          <a:xfrm>
            <a:off x="838200" y="3429000"/>
            <a:ext cx="4114797" cy="2747962"/>
          </a:xfrm>
        </p:spPr>
        <p:txBody>
          <a:bodyPr vert="horz" lIns="91440" tIns="45720" rIns="91440" bIns="45720" rtlCol="0" anchor="t">
            <a:normAutofit/>
          </a:bodyPr>
          <a:lstStyle/>
          <a:p>
            <a:r>
              <a:rPr lang="en-US" noProof="1"/>
              <a:t>Our hardware is budget-friendly without compromising the quality, and there are no hidden costs.</a:t>
            </a:r>
          </a:p>
          <a:p>
            <a:r>
              <a:rPr lang="en-US" noProof="1"/>
              <a:t>We support free first-time setup, and our devices are user-friendly.</a:t>
            </a:r>
          </a:p>
          <a:p>
            <a:r>
              <a:rPr lang="en-US" noProof="1"/>
              <a:t>We offer 24/7 customer support with a responsive team, but the best part about it is it's totally free!</a:t>
            </a:r>
            <a:endParaRPr lang="en-ZA" noProof="1"/>
          </a:p>
        </p:txBody>
      </p:sp>
      <p:sp>
        <p:nvSpPr>
          <p:cNvPr id="12" name="Content Placeholder 11">
            <a:extLst>
              <a:ext uri="{FF2B5EF4-FFF2-40B4-BE49-F238E27FC236}">
                <a16:creationId xmlns:a16="http://schemas.microsoft.com/office/drawing/2014/main" id="{AEAF2965-1DCE-4B93-BD47-2AD94F6E3DC9}"/>
              </a:ext>
            </a:extLst>
          </p:cNvPr>
          <p:cNvSpPr>
            <a:spLocks noGrp="1"/>
          </p:cNvSpPr>
          <p:nvPr>
            <p:ph sz="half" idx="2"/>
          </p:nvPr>
        </p:nvSpPr>
        <p:spPr>
          <a:xfrm>
            <a:off x="7239003" y="3429000"/>
            <a:ext cx="4114797" cy="2747962"/>
          </a:xfrm>
        </p:spPr>
        <p:txBody>
          <a:bodyPr>
            <a:normAutofit/>
          </a:bodyPr>
          <a:lstStyle/>
          <a:p>
            <a:r>
              <a:rPr lang="en-US" dirty="0"/>
              <a:t>Our competitors offer the same service as us but at a higher price, not to mention the hidden costs.</a:t>
            </a:r>
          </a:p>
          <a:p>
            <a:r>
              <a:rPr lang="en-US" dirty="0"/>
              <a:t>Our competitors will charge you for the first-time setup and their devices are hard to maintain.</a:t>
            </a:r>
          </a:p>
          <a:p>
            <a:r>
              <a:rPr lang="en-US" dirty="0"/>
              <a:t>Our competitors might charge you for future support, and they might take a while to respond to you.</a:t>
            </a:r>
          </a:p>
        </p:txBody>
      </p:sp>
      <p:sp>
        <p:nvSpPr>
          <p:cNvPr id="2" name="Date Placeholder 1">
            <a:extLst>
              <a:ext uri="{FF2B5EF4-FFF2-40B4-BE49-F238E27FC236}">
                <a16:creationId xmlns:a16="http://schemas.microsoft.com/office/drawing/2014/main" id="{4B6171E3-6A52-42BD-8AAC-1F0EC686A3A9}"/>
              </a:ext>
            </a:extLst>
          </p:cNvPr>
          <p:cNvSpPr>
            <a:spLocks noGrp="1"/>
          </p:cNvSpPr>
          <p:nvPr>
            <p:ph type="dt" sz="half" idx="10"/>
          </p:nvPr>
        </p:nvSpPr>
        <p:spPr>
          <a:xfrm>
            <a:off x="838200" y="6356350"/>
            <a:ext cx="2743200" cy="365125"/>
          </a:xfrm>
        </p:spPr>
        <p:txBody>
          <a:bodyPr/>
          <a:lstStyle/>
          <a:p>
            <a:r>
              <a:rPr lang="en-US" dirty="0"/>
              <a:t>04/11/2024</a:t>
            </a:r>
          </a:p>
        </p:txBody>
      </p:sp>
      <p:sp>
        <p:nvSpPr>
          <p:cNvPr id="8" name="Slide Number Placeholder 7">
            <a:extLst>
              <a:ext uri="{FF2B5EF4-FFF2-40B4-BE49-F238E27FC236}">
                <a16:creationId xmlns:a16="http://schemas.microsoft.com/office/drawing/2014/main" id="{5B604E6A-773D-4777-825E-8D25A2E7EDAB}"/>
              </a:ext>
            </a:extLst>
          </p:cNvPr>
          <p:cNvSpPr>
            <a:spLocks noGrp="1"/>
          </p:cNvSpPr>
          <p:nvPr>
            <p:ph type="sldNum" sz="quarter" idx="12"/>
          </p:nvPr>
        </p:nvSpPr>
        <p:spPr>
          <a:xfrm>
            <a:off x="10477500" y="6356350"/>
            <a:ext cx="876300" cy="365125"/>
          </a:xfrm>
        </p:spPr>
        <p:txBody>
          <a:bodyPr/>
          <a:lstStyle/>
          <a:p>
            <a:fld id="{9FF96520-E4CE-4EAD-8ABF-1D2297D6B3AA}" type="slidenum">
              <a:rPr lang="en-US" smtClean="0"/>
              <a:pPr/>
              <a:t>9</a:t>
            </a:fld>
            <a:endParaRPr lang="en-US"/>
          </a:p>
        </p:txBody>
      </p:sp>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1034142" y="670094"/>
            <a:ext cx="10134601" cy="924808"/>
          </a:xfrm>
        </p:spPr>
        <p:txBody>
          <a:bodyPr/>
          <a:lstStyle/>
          <a:p>
            <a:r>
              <a:rPr lang="en-US" dirty="0"/>
              <a:t>Our competition in the market</a:t>
            </a:r>
          </a:p>
        </p:txBody>
      </p:sp>
      <p:sp>
        <p:nvSpPr>
          <p:cNvPr id="5" name="Text Placeholder 4">
            <a:extLst>
              <a:ext uri="{FF2B5EF4-FFF2-40B4-BE49-F238E27FC236}">
                <a16:creationId xmlns:a16="http://schemas.microsoft.com/office/drawing/2014/main" id="{F8657664-A458-4DDD-ACC2-1D87FCD6FCA9}"/>
              </a:ext>
            </a:extLst>
          </p:cNvPr>
          <p:cNvSpPr>
            <a:spLocks noGrp="1"/>
          </p:cNvSpPr>
          <p:nvPr>
            <p:ph type="body" idx="13"/>
          </p:nvPr>
        </p:nvSpPr>
        <p:spPr>
          <a:xfrm>
            <a:off x="838201" y="2413000"/>
            <a:ext cx="4114795" cy="493710"/>
          </a:xfrm>
        </p:spPr>
        <p:txBody>
          <a:bodyPr/>
          <a:lstStyle/>
          <a:p>
            <a:r>
              <a:rPr lang="en-ZA" dirty="0" err="1"/>
              <a:t>BioSecure</a:t>
            </a:r>
            <a:endParaRPr lang="en-ZA" dirty="0"/>
          </a:p>
        </p:txBody>
      </p:sp>
      <p:sp>
        <p:nvSpPr>
          <p:cNvPr id="7" name="Text Placeholder 6">
            <a:extLst>
              <a:ext uri="{FF2B5EF4-FFF2-40B4-BE49-F238E27FC236}">
                <a16:creationId xmlns:a16="http://schemas.microsoft.com/office/drawing/2014/main" id="{578017FE-712E-4E95-B483-B700F1AA4B2A}"/>
              </a:ext>
            </a:extLst>
          </p:cNvPr>
          <p:cNvSpPr>
            <a:spLocks noGrp="1"/>
          </p:cNvSpPr>
          <p:nvPr>
            <p:ph type="body" idx="14"/>
          </p:nvPr>
        </p:nvSpPr>
        <p:spPr>
          <a:xfrm>
            <a:off x="7239003" y="2413000"/>
            <a:ext cx="4114797" cy="493710"/>
          </a:xfrm>
        </p:spPr>
        <p:txBody>
          <a:bodyPr/>
          <a:lstStyle/>
          <a:p>
            <a:r>
              <a:rPr lang="en-US" dirty="0"/>
              <a:t>Competitors</a:t>
            </a:r>
          </a:p>
        </p:txBody>
      </p:sp>
      <p:sp>
        <p:nvSpPr>
          <p:cNvPr id="46" name="Footer Placeholder 45">
            <a:extLst>
              <a:ext uri="{FF2B5EF4-FFF2-40B4-BE49-F238E27FC236}">
                <a16:creationId xmlns:a16="http://schemas.microsoft.com/office/drawing/2014/main" id="{05826AED-802F-40C1-9AD0-8144FA96F587}"/>
              </a:ext>
            </a:extLst>
          </p:cNvPr>
          <p:cNvSpPr>
            <a:spLocks noGrp="1"/>
          </p:cNvSpPr>
          <p:nvPr>
            <p:ph type="ftr" sz="quarter" idx="11"/>
          </p:nvPr>
        </p:nvSpPr>
        <p:spPr>
          <a:xfrm>
            <a:off x="7239002" y="6356350"/>
            <a:ext cx="3038469" cy="365125"/>
          </a:xfrm>
        </p:spPr>
        <p:txBody>
          <a:bodyPr/>
          <a:lstStyle/>
          <a:p>
            <a:pPr>
              <a:spcAft>
                <a:spcPts val="600"/>
              </a:spcAft>
            </a:pPr>
            <a:r>
              <a:rPr lang="en-ZA" dirty="0"/>
              <a:t>Client Pitch</a:t>
            </a:r>
          </a:p>
        </p:txBody>
      </p:sp>
    </p:spTree>
    <p:extLst>
      <p:ext uri="{BB962C8B-B14F-4D97-AF65-F5344CB8AC3E}">
        <p14:creationId xmlns:p14="http://schemas.microsoft.com/office/powerpoint/2010/main" val="41516945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112B089-A8F9-45B1-BE6E-EAC10163F082}"/>
              </a:ext>
            </a:extLst>
          </p:cNvPr>
          <p:cNvSpPr>
            <a:spLocks noGrp="1"/>
          </p:cNvSpPr>
          <p:nvPr>
            <p:ph type="body" sz="quarter" idx="33"/>
          </p:nvPr>
        </p:nvSpPr>
        <p:spPr>
          <a:xfrm>
            <a:off x="1034142" y="3266159"/>
            <a:ext cx="2941600" cy="360000"/>
          </a:xfrm>
        </p:spPr>
        <p:txBody>
          <a:bodyPr/>
          <a:lstStyle/>
          <a:p>
            <a:r>
              <a:rPr lang="en-ZA" dirty="0"/>
              <a:t>Discount</a:t>
            </a:r>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sz="quarter" idx="34"/>
          </p:nvPr>
        </p:nvSpPr>
        <p:spPr>
          <a:xfrm>
            <a:off x="1034142" y="4117103"/>
            <a:ext cx="2941600" cy="1141882"/>
          </a:xfrm>
        </p:spPr>
        <p:txBody>
          <a:bodyPr>
            <a:normAutofit fontScale="92500" lnSpcReduction="10000"/>
          </a:bodyPr>
          <a:lstStyle/>
          <a:p>
            <a:r>
              <a:rPr lang="en-US" dirty="0"/>
              <a:t>We are providing an exclusive discount for a limited time.</a:t>
            </a:r>
          </a:p>
          <a:p>
            <a:r>
              <a:rPr lang="en-US" dirty="0"/>
              <a:t>The amount of discount is 20%, so hurry up before time runs out.</a:t>
            </a:r>
            <a:endParaRPr lang="en-ZA" dirty="0"/>
          </a:p>
        </p:txBody>
      </p:sp>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034142" y="1110286"/>
            <a:ext cx="10515600" cy="924808"/>
          </a:xfrm>
        </p:spPr>
        <p:txBody>
          <a:bodyPr/>
          <a:lstStyle/>
          <a:p>
            <a:r>
              <a:rPr lang="en-US" dirty="0"/>
              <a:t>How to proceed?</a:t>
            </a:r>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sz="quarter" idx="43"/>
          </p:nvPr>
        </p:nvSpPr>
        <p:spPr>
          <a:xfrm>
            <a:off x="4706975" y="3266159"/>
            <a:ext cx="2941600" cy="360000"/>
          </a:xfrm>
        </p:spPr>
        <p:txBody>
          <a:bodyPr vert="horz" lIns="91440" tIns="45720" rIns="91440" bIns="45720" rtlCol="0" anchor="t">
            <a:normAutofit/>
          </a:bodyPr>
          <a:lstStyle/>
          <a:p>
            <a:r>
              <a:rPr lang="en-ZA" dirty="0"/>
              <a:t>Contact</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type="body" sz="quarter" idx="44"/>
          </p:nvPr>
        </p:nvSpPr>
        <p:spPr>
          <a:xfrm>
            <a:off x="4706975" y="4117103"/>
            <a:ext cx="2941600" cy="1141882"/>
          </a:xfrm>
        </p:spPr>
        <p:txBody>
          <a:bodyPr vert="horz" lIns="91440" tIns="45720" rIns="91440" bIns="45720" rtlCol="0" anchor="t">
            <a:normAutofit/>
          </a:bodyPr>
          <a:lstStyle/>
          <a:p>
            <a:r>
              <a:rPr lang="en-ZA" noProof="1"/>
              <a:t>Feel free to reach out today  at</a:t>
            </a:r>
          </a:p>
          <a:p>
            <a:r>
              <a:rPr lang="en-ZA" noProof="1">
                <a:hlinkClick r:id="rId2"/>
              </a:rPr>
              <a:t>customerservice@biosecure.com</a:t>
            </a:r>
            <a:endParaRPr lang="en-ZA" noProof="1"/>
          </a:p>
          <a:p>
            <a:r>
              <a:rPr lang="en-ZA" noProof="1"/>
              <a:t>We will reply in one business day.</a:t>
            </a:r>
          </a:p>
        </p:txBody>
      </p:sp>
      <p:sp>
        <p:nvSpPr>
          <p:cNvPr id="3" name="Text Placeholder 2">
            <a:extLst>
              <a:ext uri="{FF2B5EF4-FFF2-40B4-BE49-F238E27FC236}">
                <a16:creationId xmlns:a16="http://schemas.microsoft.com/office/drawing/2014/main" id="{D5E1C399-8F48-44F5-9461-3C89866D4CE1}"/>
              </a:ext>
            </a:extLst>
          </p:cNvPr>
          <p:cNvSpPr>
            <a:spLocks noGrp="1"/>
          </p:cNvSpPr>
          <p:nvPr>
            <p:ph type="body" sz="quarter" idx="46"/>
          </p:nvPr>
        </p:nvSpPr>
        <p:spPr>
          <a:xfrm>
            <a:off x="8412200" y="3266159"/>
            <a:ext cx="2941600" cy="360000"/>
          </a:xfrm>
        </p:spPr>
        <p:txBody>
          <a:bodyPr/>
          <a:lstStyle/>
          <a:p>
            <a:r>
              <a:rPr lang="en-CA" dirty="0"/>
              <a:t>advantage</a:t>
            </a:r>
            <a:endParaRPr lang="en-US" dirty="0"/>
          </a:p>
        </p:txBody>
      </p:sp>
      <p:sp>
        <p:nvSpPr>
          <p:cNvPr id="8" name="Text Placeholder 7">
            <a:extLst>
              <a:ext uri="{FF2B5EF4-FFF2-40B4-BE49-F238E27FC236}">
                <a16:creationId xmlns:a16="http://schemas.microsoft.com/office/drawing/2014/main" id="{E92B9716-8D44-4864-8986-720957B34362}"/>
              </a:ext>
            </a:extLst>
          </p:cNvPr>
          <p:cNvSpPr>
            <a:spLocks noGrp="1"/>
          </p:cNvSpPr>
          <p:nvPr>
            <p:ph type="body" sz="quarter" idx="47"/>
          </p:nvPr>
        </p:nvSpPr>
        <p:spPr>
          <a:xfrm>
            <a:off x="8412200" y="4117103"/>
            <a:ext cx="2941600" cy="1141882"/>
          </a:xfrm>
        </p:spPr>
        <p:txBody>
          <a:bodyPr>
            <a:normAutofit/>
          </a:bodyPr>
          <a:lstStyle/>
          <a:p>
            <a:r>
              <a:rPr lang="en-ZA" noProof="1"/>
              <a:t>The sooner you get our service, the faster you will secure your data.</a:t>
            </a:r>
          </a:p>
          <a:p>
            <a:r>
              <a:rPr lang="en-ZA" noProof="1"/>
              <a:t>Say bye to data breaches!</a:t>
            </a:r>
            <a:endParaRPr lang="en-ZA" dirty="0"/>
          </a:p>
          <a:p>
            <a:endParaRPr lang="en-US" dirty="0"/>
          </a:p>
        </p:txBody>
      </p:sp>
      <p:sp>
        <p:nvSpPr>
          <p:cNvPr id="40" name="Date Placeholder 39">
            <a:extLst>
              <a:ext uri="{FF2B5EF4-FFF2-40B4-BE49-F238E27FC236}">
                <a16:creationId xmlns:a16="http://schemas.microsoft.com/office/drawing/2014/main" id="{B6D7F6A5-1D32-4FB4-A25C-6E4A52871CD3}"/>
              </a:ext>
            </a:extLst>
          </p:cNvPr>
          <p:cNvSpPr>
            <a:spLocks noGrp="1"/>
          </p:cNvSpPr>
          <p:nvPr>
            <p:ph type="dt" sz="half" idx="20"/>
          </p:nvPr>
        </p:nvSpPr>
        <p:spPr>
          <a:xfrm>
            <a:off x="838200" y="6356350"/>
            <a:ext cx="2743200" cy="365125"/>
          </a:xfrm>
        </p:spPr>
        <p:txBody>
          <a:bodyPr/>
          <a:lstStyle/>
          <a:p>
            <a:r>
              <a:rPr lang="en-US" dirty="0"/>
              <a:t>04/11/2024</a:t>
            </a:r>
          </a:p>
        </p:txBody>
      </p:sp>
      <p:sp>
        <p:nvSpPr>
          <p:cNvPr id="29" name="Footer Placeholder 28">
            <a:extLst>
              <a:ext uri="{FF2B5EF4-FFF2-40B4-BE49-F238E27FC236}">
                <a16:creationId xmlns:a16="http://schemas.microsoft.com/office/drawing/2014/main" id="{D6F367EF-C259-4088-BD7A-95D314F0B286}"/>
              </a:ext>
            </a:extLst>
          </p:cNvPr>
          <p:cNvSpPr>
            <a:spLocks noGrp="1"/>
          </p:cNvSpPr>
          <p:nvPr>
            <p:ph type="ftr" sz="quarter" idx="21"/>
          </p:nvPr>
        </p:nvSpPr>
        <p:spPr>
          <a:xfrm>
            <a:off x="4038600" y="6356350"/>
            <a:ext cx="4114800" cy="365125"/>
          </a:xfrm>
        </p:spPr>
        <p:txBody>
          <a:bodyPr/>
          <a:lstStyle/>
          <a:p>
            <a:pPr>
              <a:spcAft>
                <a:spcPts val="600"/>
              </a:spcAft>
            </a:pPr>
            <a:r>
              <a:rPr lang="en-ZA" dirty="0"/>
              <a:t>Client Pitch</a:t>
            </a:r>
          </a:p>
        </p:txBody>
      </p:sp>
      <p:sp>
        <p:nvSpPr>
          <p:cNvPr id="30" name="Slide Number Placeholder 29">
            <a:extLst>
              <a:ext uri="{FF2B5EF4-FFF2-40B4-BE49-F238E27FC236}">
                <a16:creationId xmlns:a16="http://schemas.microsoft.com/office/drawing/2014/main" id="{8875A7EC-3DB7-4BAF-9699-4DCDE45D0061}"/>
              </a:ext>
            </a:extLst>
          </p:cNvPr>
          <p:cNvSpPr>
            <a:spLocks noGrp="1"/>
          </p:cNvSpPr>
          <p:nvPr>
            <p:ph type="sldNum" sz="quarter" idx="22"/>
          </p:nvPr>
        </p:nvSpPr>
        <p:spPr>
          <a:xfrm>
            <a:off x="8610600" y="6356350"/>
            <a:ext cx="2743200" cy="365125"/>
          </a:xfrm>
        </p:spPr>
        <p:txBody>
          <a:bodyPr/>
          <a:lstStyle/>
          <a:p>
            <a:fld id="{19B51A1E-902D-48AF-9020-955120F399B6}" type="slidenum">
              <a:rPr lang="en-ZA" smtClean="0"/>
              <a:pPr/>
              <a:t>10</a:t>
            </a:fld>
            <a:endParaRPr lang="en-ZA"/>
          </a:p>
        </p:txBody>
      </p:sp>
    </p:spTree>
    <p:extLst>
      <p:ext uri="{BB962C8B-B14F-4D97-AF65-F5344CB8AC3E}">
        <p14:creationId xmlns:p14="http://schemas.microsoft.com/office/powerpoint/2010/main" val="2121178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500"/>
                                        <p:tgtEl>
                                          <p:spTgt spid="6">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5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500"/>
                                        <p:tgtEl>
                                          <p:spTgt spid="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1" end="1"/>
                                            </p:txEl>
                                          </p:spTgt>
                                        </p:tgtEl>
                                        <p:attrNameLst>
                                          <p:attrName>style.visibility</p:attrName>
                                        </p:attrNameLst>
                                      </p:cBhvr>
                                      <p:to>
                                        <p:strVal val="visible"/>
                                      </p:to>
                                    </p:set>
                                    <p:animEffect transition="in" filter="fade">
                                      <p:cBhvr>
                                        <p:cTn id="26" dur="500"/>
                                        <p:tgtEl>
                                          <p:spTgt spid="7">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animEffect transition="in" filter="fade">
                                      <p:cBhvr>
                                        <p:cTn id="31" dur="500"/>
                                        <p:tgtEl>
                                          <p:spTgt spid="7">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animEffect transition="in" filter="fade">
                                      <p:cBhvr>
                                        <p:cTn id="36" dur="1000"/>
                                        <p:tgtEl>
                                          <p:spTgt spid="3">
                                            <p:txEl>
                                              <p:pRg st="0" end="0"/>
                                            </p:txEl>
                                          </p:spTgt>
                                        </p:tgtEl>
                                      </p:cBhvr>
                                    </p:animEffect>
                                    <p:anim calcmode="lin" valueType="num">
                                      <p:cBhvr>
                                        <p:cTn id="3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0" end="0"/>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8">
                                            <p:txEl>
                                              <p:pRg st="0" end="0"/>
                                            </p:txEl>
                                          </p:spTgt>
                                        </p:tgtEl>
                                        <p:attrNameLst>
                                          <p:attrName>style.visibility</p:attrName>
                                        </p:attrNameLst>
                                      </p:cBhvr>
                                      <p:to>
                                        <p:strVal val="visible"/>
                                      </p:to>
                                    </p:set>
                                    <p:animEffect transition="in" filter="fade">
                                      <p:cBhvr>
                                        <p:cTn id="41" dur="1000"/>
                                        <p:tgtEl>
                                          <p:spTgt spid="8">
                                            <p:txEl>
                                              <p:pRg st="0" end="0"/>
                                            </p:txEl>
                                          </p:spTgt>
                                        </p:tgtEl>
                                      </p:cBhvr>
                                    </p:animEffect>
                                    <p:anim calcmode="lin" valueType="num">
                                      <p:cBhvr>
                                        <p:cTn id="42"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8">
                                            <p:txEl>
                                              <p:pRg st="1" end="1"/>
                                            </p:txEl>
                                          </p:spTgt>
                                        </p:tgtEl>
                                        <p:attrNameLst>
                                          <p:attrName>style.visibility</p:attrName>
                                        </p:attrNameLst>
                                      </p:cBhvr>
                                      <p:to>
                                        <p:strVal val="visible"/>
                                      </p:to>
                                    </p:set>
                                    <p:animEffect transition="in" filter="fade">
                                      <p:cBhvr>
                                        <p:cTn id="48" dur="1000"/>
                                        <p:tgtEl>
                                          <p:spTgt spid="8">
                                            <p:txEl>
                                              <p:pRg st="1" end="1"/>
                                            </p:txEl>
                                          </p:spTgt>
                                        </p:tgtEl>
                                      </p:cBhvr>
                                    </p:animEffect>
                                    <p:anim calcmode="lin" valueType="num">
                                      <p:cBhvr>
                                        <p:cTn id="49"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50"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P spid="5" grpId="0" build="p"/>
      <p:bldP spid="7" grpId="0" build="p"/>
      <p:bldP spid="3" grpId="0" build="p"/>
      <p:bldP spid="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a16="http://schemas.microsoft.com/office/drawing/2014/main" id="{7E46DF18-087D-4FF8-A5A2-0C0EAD030693}"/>
              </a:ext>
            </a:extLst>
          </p:cNvPr>
          <p:cNvPicPr>
            <a:picLocks noGrp="1" noChangeAspect="1"/>
          </p:cNvPicPr>
          <p:nvPr>
            <p:ph type="pic" sz="quarter" idx="28"/>
          </p:nvPr>
        </p:nvPicPr>
        <p:blipFill>
          <a:blip r:embed="rId2">
            <a:duotone>
              <a:prstClr val="black"/>
              <a:schemeClr val="accent1">
                <a:tint val="45000"/>
                <a:satMod val="400000"/>
              </a:schemeClr>
            </a:duotone>
          </a:blip>
          <a:srcRect/>
          <a:stretch/>
        </p:blipFill>
        <p:spPr>
          <a:xfrm>
            <a:off x="6426578" y="0"/>
            <a:ext cx="5765422" cy="6858000"/>
          </a:xfrm>
        </p:spPr>
      </p:pic>
      <p:pic>
        <p:nvPicPr>
          <p:cNvPr id="12" name="Picture Placeholder 11">
            <a:extLst>
              <a:ext uri="{FF2B5EF4-FFF2-40B4-BE49-F238E27FC236}">
                <a16:creationId xmlns:a16="http://schemas.microsoft.com/office/drawing/2014/main" id="{C8584C16-529D-49FC-9E5D-414F66219568}"/>
              </a:ext>
            </a:extLst>
          </p:cNvPr>
          <p:cNvPicPr>
            <a:picLocks noGrp="1" noChangeAspect="1"/>
          </p:cNvPicPr>
          <p:nvPr>
            <p:ph type="pic" sz="quarter" idx="27"/>
          </p:nvPr>
        </p:nvPicPr>
        <p:blipFill>
          <a:blip r:embed="rId3">
            <a:duotone>
              <a:prstClr val="black"/>
              <a:schemeClr val="accent1">
                <a:tint val="45000"/>
                <a:satMod val="400000"/>
              </a:schemeClr>
            </a:duotone>
          </a:blip>
          <a:srcRect/>
          <a:stretch/>
        </p:blipFill>
        <p:spPr>
          <a:xfrm>
            <a:off x="-11657" y="-16298"/>
            <a:ext cx="5555640" cy="6874299"/>
          </a:xfrm>
        </p:spPr>
      </p:pic>
      <p:sp>
        <p:nvSpPr>
          <p:cNvPr id="5" name="Date Placeholder 4">
            <a:extLst>
              <a:ext uri="{FF2B5EF4-FFF2-40B4-BE49-F238E27FC236}">
                <a16:creationId xmlns:a16="http://schemas.microsoft.com/office/drawing/2014/main" id="{75C73F7B-2D44-4B60-8403-3E61DA1F05C3}"/>
              </a:ext>
            </a:extLst>
          </p:cNvPr>
          <p:cNvSpPr>
            <a:spLocks noGrp="1"/>
          </p:cNvSpPr>
          <p:nvPr>
            <p:ph type="dt" sz="half" idx="20"/>
          </p:nvPr>
        </p:nvSpPr>
        <p:spPr>
          <a:xfrm>
            <a:off x="838200" y="6356350"/>
            <a:ext cx="2743200" cy="365125"/>
          </a:xfrm>
        </p:spPr>
        <p:txBody>
          <a:bodyPr/>
          <a:lstStyle/>
          <a:p>
            <a:r>
              <a:rPr lang="en-US" dirty="0"/>
              <a:t>04/11/2024</a:t>
            </a:r>
          </a:p>
        </p:txBody>
      </p:sp>
      <p:sp>
        <p:nvSpPr>
          <p:cNvPr id="7" name="Footer Placeholder 6">
            <a:extLst>
              <a:ext uri="{FF2B5EF4-FFF2-40B4-BE49-F238E27FC236}">
                <a16:creationId xmlns:a16="http://schemas.microsoft.com/office/drawing/2014/main" id="{DEFBC735-43B8-468D-9D37-E51AAF9D343D}"/>
              </a:ext>
            </a:extLst>
          </p:cNvPr>
          <p:cNvSpPr>
            <a:spLocks noGrp="1"/>
          </p:cNvSpPr>
          <p:nvPr>
            <p:ph type="ftr" sz="quarter" idx="21"/>
          </p:nvPr>
        </p:nvSpPr>
        <p:spPr>
          <a:xfrm>
            <a:off x="4038600" y="6356350"/>
            <a:ext cx="4114800" cy="365125"/>
          </a:xfrm>
        </p:spPr>
        <p:txBody>
          <a:bodyPr/>
          <a:lstStyle/>
          <a:p>
            <a:r>
              <a:rPr lang="en-US"/>
              <a:t>Client Pitch</a:t>
            </a:r>
          </a:p>
        </p:txBody>
      </p:sp>
      <p:sp>
        <p:nvSpPr>
          <p:cNvPr id="9" name="Slide Number Placeholder 8">
            <a:extLst>
              <a:ext uri="{FF2B5EF4-FFF2-40B4-BE49-F238E27FC236}">
                <a16:creationId xmlns:a16="http://schemas.microsoft.com/office/drawing/2014/main" id="{08C3C4A8-F198-4008-B069-610BBFEC4095}"/>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11</a:t>
            </a:fld>
            <a:endParaRPr lang="en-US"/>
          </a:p>
        </p:txBody>
      </p:sp>
      <p:sp>
        <p:nvSpPr>
          <p:cNvPr id="2" name="Title 1">
            <a:extLst>
              <a:ext uri="{FF2B5EF4-FFF2-40B4-BE49-F238E27FC236}">
                <a16:creationId xmlns:a16="http://schemas.microsoft.com/office/drawing/2014/main" id="{BCCAEE93-8585-46D4-A7EC-F184E317CB2E}"/>
              </a:ext>
            </a:extLst>
          </p:cNvPr>
          <p:cNvSpPr>
            <a:spLocks noGrp="1"/>
          </p:cNvSpPr>
          <p:nvPr>
            <p:ph type="title"/>
          </p:nvPr>
        </p:nvSpPr>
        <p:spPr>
          <a:xfrm>
            <a:off x="4898571" y="3363686"/>
            <a:ext cx="3907972" cy="555171"/>
          </a:xfrm>
        </p:spPr>
        <p:txBody>
          <a:bodyPr/>
          <a:lstStyle/>
          <a:p>
            <a:r>
              <a:rPr lang="en-US"/>
              <a:t>Thank you</a:t>
            </a:r>
          </a:p>
        </p:txBody>
      </p:sp>
    </p:spTree>
    <p:extLst>
      <p:ext uri="{BB962C8B-B14F-4D97-AF65-F5344CB8AC3E}">
        <p14:creationId xmlns:p14="http://schemas.microsoft.com/office/powerpoint/2010/main" val="25468361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174">
      <a:dk1>
        <a:srgbClr val="1E1E1E"/>
      </a:dk1>
      <a:lt1>
        <a:sysClr val="window" lastClr="FFFFFF"/>
      </a:lt1>
      <a:dk2>
        <a:srgbClr val="44546A"/>
      </a:dk2>
      <a:lt2>
        <a:srgbClr val="E7E6E6"/>
      </a:lt2>
      <a:accent1>
        <a:srgbClr val="81CC48"/>
      </a:accent1>
      <a:accent2>
        <a:srgbClr val="45BEAD"/>
      </a:accent2>
      <a:accent3>
        <a:srgbClr val="BFFF4B"/>
      </a:accent3>
      <a:accent4>
        <a:srgbClr val="B001FF"/>
      </a:accent4>
      <a:accent5>
        <a:srgbClr val="5B9BD5"/>
      </a:accent5>
      <a:accent6>
        <a:srgbClr val="70AD47"/>
      </a:accent6>
      <a:hlink>
        <a:srgbClr val="0563C1"/>
      </a:hlink>
      <a:folHlink>
        <a:srgbClr val="954F72"/>
      </a:folHlink>
    </a:clrScheme>
    <a:fontScheme name="Custom 60">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M Deck_tm12041065_Win32_LW_v2.potx" id="{50D3F641-2B59-4E25-9440-7A006AB5DE4F}" vid="{A6D17500-6421-4BD4-89D5-25B2E6BFFA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f448ebd-f879-4d18-b128-70d8f92a096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DA28235DF1D1F4C8C5BC6DCBFFD46E6" ma:contentTypeVersion="6" ma:contentTypeDescription="Create a new document." ma:contentTypeScope="" ma:versionID="f121ee805646e72a1dd2b4fdfaaa2897">
  <xsd:schema xmlns:xsd="http://www.w3.org/2001/XMLSchema" xmlns:xs="http://www.w3.org/2001/XMLSchema" xmlns:p="http://schemas.microsoft.com/office/2006/metadata/properties" xmlns:ns3="cf448ebd-f879-4d18-b128-70d8f92a096c" targetNamespace="http://schemas.microsoft.com/office/2006/metadata/properties" ma:root="true" ma:fieldsID="5c5b03ac5f627fc66d6d3dcb32b60edd" ns3:_="">
    <xsd:import namespace="cf448ebd-f879-4d18-b128-70d8f92a096c"/>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448ebd-f879-4d18-b128-70d8f92a096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FFC980-8EEC-4CFC-96C7-CEB6F5CA8688}">
  <ds:schemaRefs>
    <ds:schemaRef ds:uri="http://schemas.microsoft.com/sharepoint/v3/contenttype/forms"/>
  </ds:schemaRefs>
</ds:datastoreItem>
</file>

<file path=customXml/itemProps2.xml><?xml version="1.0" encoding="utf-8"?>
<ds:datastoreItem xmlns:ds="http://schemas.openxmlformats.org/officeDocument/2006/customXml" ds:itemID="{A966E941-6182-4A32-B603-DDB09E5F0715}">
  <ds:schemaRefs>
    <ds:schemaRef ds:uri="http://schemas.microsoft.com/office/2006/metadata/properties"/>
    <ds:schemaRef ds:uri="http://schemas.microsoft.com/office/2006/documentManagement/types"/>
    <ds:schemaRef ds:uri="http://purl.org/dc/elements/1.1/"/>
    <ds:schemaRef ds:uri="http://schemas.microsoft.com/office/infopath/2007/PartnerControls"/>
    <ds:schemaRef ds:uri="cf448ebd-f879-4d18-b128-70d8f92a096c"/>
    <ds:schemaRef ds:uri="http://schemas.openxmlformats.org/package/2006/metadata/core-properties"/>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77D502BD-C4CD-47B8-AD8B-269E7595A4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448ebd-f879-4d18-b128-70d8f92a09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c1bd924-0a6a-4aa9-aa89-c980316c0449}" enabled="0" method="" siteId="{ec1bd924-0a6a-4aa9-aa89-c980316c0449}" removed="1"/>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STEM pitch deck</Template>
  <TotalTime>25</TotalTime>
  <Words>1196</Words>
  <Application>Microsoft Office PowerPoint</Application>
  <PresentationFormat>Widescreen</PresentationFormat>
  <Paragraphs>148</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Arial,Sans-Serif</vt:lpstr>
      <vt:lpstr>Calibri</vt:lpstr>
      <vt:lpstr>Courier New</vt:lpstr>
      <vt:lpstr>Courier New,monospace</vt:lpstr>
      <vt:lpstr>Source Sans Pro</vt:lpstr>
      <vt:lpstr>Times New Roman</vt:lpstr>
      <vt:lpstr>Office Theme</vt:lpstr>
      <vt:lpstr>Client Pitch : Biometric Authentication Hardware</vt:lpstr>
      <vt:lpstr>About us</vt:lpstr>
      <vt:lpstr>Meet the team</vt:lpstr>
      <vt:lpstr>Team expertise</vt:lpstr>
      <vt:lpstr>Why do you need Biometric Authentication Hardware? </vt:lpstr>
      <vt:lpstr>Your MAJOR problems and our solutions </vt:lpstr>
      <vt:lpstr>What We Offer</vt:lpstr>
      <vt:lpstr>BENEFITS FOR YOUR COMPANY </vt:lpstr>
      <vt:lpstr>Our competition in the market</vt:lpstr>
      <vt:lpstr>How to proceed?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Sabit Naim</dc:creator>
  <cp:lastModifiedBy>Sabit Naim</cp:lastModifiedBy>
  <cp:revision>2</cp:revision>
  <dcterms:created xsi:type="dcterms:W3CDTF">2024-10-31T00:33:30Z</dcterms:created>
  <dcterms:modified xsi:type="dcterms:W3CDTF">2024-11-02T20:35:22Z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0x010100EDA28235DF1D1F4C8C5BC6DCBFFD46E6</vt:lpwstr>
  </property>
</Properties>
</file>