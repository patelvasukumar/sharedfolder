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8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C5B96-31A0-1806-D152-9D6943975D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96DA30-9B20-B9E5-76B2-0015B63C8E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FC6BF-3CE0-3A39-3F63-4F6F4B366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29931-CB62-4F22-983C-35A8B7118C53}" type="datetimeFigureOut">
              <a:rPr lang="en-IN" smtClean="0"/>
              <a:t>10-03-2025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0F00A-BEC8-164D-766B-BEFED76A2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53EA5-2C56-1BC4-9381-E718E1B3D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646C-713D-40EB-807A-FEB764B845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664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1DE25-054C-23AA-D03C-3FB6E6A91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7C27B-B970-C558-905C-5700E4B19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0A3F9-1855-F41E-2166-A730221A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29931-CB62-4F22-983C-35A8B7118C53}" type="datetimeFigureOut">
              <a:rPr lang="en-IN" smtClean="0"/>
              <a:t>10-03-2025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11E88-7D2D-0E6C-BF75-61C12E5D3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B8AB5-9DD4-7946-7E2F-8A736B78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646C-713D-40EB-807A-FEB764B845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9627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2CD70-6684-2F8C-8014-970788386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5F7D25-30BA-08E8-34AB-7F22D450D4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A6B19-BBB9-180D-5AE1-DDBF7F0C3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29931-CB62-4F22-983C-35A8B7118C53}" type="datetimeFigureOut">
              <a:rPr lang="en-IN" smtClean="0"/>
              <a:t>10-03-2025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45D97-9FCB-913E-697C-4137BD12D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E5ED3-D51A-A108-43EA-DC9C42D34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646C-713D-40EB-807A-FEB764B845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9729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96810-A1BD-BC4C-3BE2-2862B04DB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3E712-A398-AE86-0CB2-B5911EB772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46DEB3-09BA-4E75-BC99-8E8ADE4E42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B8691C-253A-FED7-6988-8FF8AF4EB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29931-CB62-4F22-983C-35A8B7118C53}" type="datetimeFigureOut">
              <a:rPr lang="en-IN" smtClean="0"/>
              <a:t>10-03-2025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B5C9B4-1DFC-F6D9-6E9E-8480C7A2B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E387A3-CC52-EA13-7601-0D8BF6C63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646C-713D-40EB-807A-FEB764B845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2739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3E868-8CA0-1652-E5BD-6CE18FECE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41FDB-1566-7DB1-2A02-7437029DD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DF771D-5E6F-B0BA-2DEC-74D2B8C92E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BF7EA2-0F47-2DF0-C684-52659CD096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7BF2AA-BC29-3F5F-F973-0416B426DF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6E1BFB-4690-5FBA-7AEC-CC8EBD98E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29931-CB62-4F22-983C-35A8B7118C53}" type="datetimeFigureOut">
              <a:rPr lang="en-IN" smtClean="0"/>
              <a:t>10-03-2025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B2EB61-DB0E-D851-97FA-80682C380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C4CE3E-F55F-5F4D-A0CF-8FF81447F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646C-713D-40EB-807A-FEB764B845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8451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E7CD9-3838-6759-A5A0-10374DE4D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6A5822-4CD7-6CF5-CDF7-1D1C9ACE3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29931-CB62-4F22-983C-35A8B7118C53}" type="datetimeFigureOut">
              <a:rPr lang="en-IN" smtClean="0"/>
              <a:t>10-03-2025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AEFEAA-BA17-3214-DCAD-FDEF77543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EC96B9-5BBA-05C5-772E-8670DAE3F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646C-713D-40EB-807A-FEB764B845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165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ED9031-05E9-E000-7091-7A5E9E097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29931-CB62-4F22-983C-35A8B7118C53}" type="datetimeFigureOut">
              <a:rPr lang="en-IN" smtClean="0"/>
              <a:t>10-03-2025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881DDD-97FB-9E79-32A6-7F730F132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F1C5C2-5A90-5176-1FBE-601F47568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646C-713D-40EB-807A-FEB764B845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8943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0227D-8AD1-A729-F134-8DD252E70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717E2-EA51-2334-8EBC-477C90245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017DC-CF53-72E9-2EE7-CD80270260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6D0C8D-8787-97B9-4C89-253EB3910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29931-CB62-4F22-983C-35A8B7118C53}" type="datetimeFigureOut">
              <a:rPr lang="en-IN" smtClean="0"/>
              <a:t>10-03-2025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DD0C15-F4B3-1A4B-0BD2-947593372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7B4CA0-1B31-E40D-87D1-6456EF3D4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646C-713D-40EB-807A-FEB764B845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727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65CA4-BEFD-670E-97C8-2ABFDDFF0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E1A0BF-263C-8EAD-51BC-24ED868F4F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13B054-71C7-3089-BF81-66EF94A062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2D1B8-24E6-FB08-14AE-F21A93202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29931-CB62-4F22-983C-35A8B7118C53}" type="datetimeFigureOut">
              <a:rPr lang="en-IN" smtClean="0"/>
              <a:t>10-03-2025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8CC3C3-2AB9-D3BA-49A6-A5909FEF9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5F7F51-8CC6-5558-0E7A-BA086FBBF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646C-713D-40EB-807A-FEB764B845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534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48060-CB88-07DD-23C3-9D7E8BB10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9E08D1-3CD4-DB4B-4845-9971794AFE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84B38-405B-7BFB-14DE-ECABC6B19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29931-CB62-4F22-983C-35A8B7118C53}" type="datetimeFigureOut">
              <a:rPr lang="en-IN" smtClean="0"/>
              <a:t>10-03-2025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63631-943D-8468-8D51-EE65FE49C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F0F49-F62F-4978-69AA-11779012C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646C-713D-40EB-807A-FEB764B845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539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19E457-FB14-4876-EDA1-D06890FB19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CBDB09-99E3-5AF3-BE24-0979C94F07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51339-DBC0-A65E-1EDF-F4154024D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29931-CB62-4F22-983C-35A8B7118C53}" type="datetimeFigureOut">
              <a:rPr lang="en-IN" smtClean="0"/>
              <a:t>10-03-2025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D01EC-9AFE-F2C6-931C-4D8003A96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C8E92-EDD4-4ED5-902B-4267A8805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646C-713D-40EB-807A-FEB764B845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926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0E44B1-5C88-57B3-CA1C-0E0968256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0CBD7A-7724-6021-D714-3042C35F9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DB258-4C5C-4EB8-7D3A-316F73CAA1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B29931-CB62-4F22-983C-35A8B7118C53}" type="datetimeFigureOut">
              <a:rPr lang="en-IN" smtClean="0"/>
              <a:t>10-03-2025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2EE92-58B5-3166-B29E-768055E86B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52847-C442-BA8F-8B89-8F9920C32F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9B646C-713D-40EB-807A-FEB764B845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2834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ired.com/story/meta-quest-3-headset-video-leak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D8768A-6412-9646-469D-426B51976099}"/>
              </a:ext>
            </a:extLst>
          </p:cNvPr>
          <p:cNvSpPr txBox="1"/>
          <p:nvPr/>
        </p:nvSpPr>
        <p:spPr>
          <a:xfrm>
            <a:off x="452486" y="168838"/>
            <a:ext cx="379900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4800" dirty="0"/>
              <a:t>Meta Quest 3</a:t>
            </a:r>
          </a:p>
          <a:p>
            <a:endParaRPr lang="en-IN" sz="4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65D7B8-35F2-2030-D6AB-51BDA0F3CA20}"/>
              </a:ext>
            </a:extLst>
          </p:cNvPr>
          <p:cNvSpPr txBox="1"/>
          <p:nvPr/>
        </p:nvSpPr>
        <p:spPr>
          <a:xfrm>
            <a:off x="452486" y="1186653"/>
            <a:ext cx="6806153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dirty="0"/>
              <a:t>Problem: Need for Meta Quest 3</a:t>
            </a:r>
          </a:p>
          <a:p>
            <a:r>
              <a:rPr lang="en-US" altLang="en-US" sz="2000" dirty="0"/>
              <a:t>An affordable Meta Quest 3 is needed with a camera and sensors to enhance the experience in gaming and education. </a:t>
            </a:r>
            <a:endParaRPr lang="en-IN" sz="2000" dirty="0"/>
          </a:p>
          <a:p>
            <a:endParaRPr lang="en-US" altLang="en-US" sz="2800" dirty="0"/>
          </a:p>
          <a:p>
            <a:endParaRPr lang="en-IN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AB987D-308D-BC13-0465-A3E1E68A2F09}"/>
              </a:ext>
            </a:extLst>
          </p:cNvPr>
          <p:cNvSpPr txBox="1"/>
          <p:nvPr/>
        </p:nvSpPr>
        <p:spPr>
          <a:xfrm>
            <a:off x="7258639" y="882664"/>
            <a:ext cx="46801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1800" dirty="0"/>
              <a:t>The Meta Quest 3 comes with two Touch Plus controllers. (see Figure 1).</a:t>
            </a:r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35BC7092-DC9E-399B-04A5-4B43351B5B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9166" y="1946171"/>
            <a:ext cx="3839101" cy="28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A8B975A-0076-CFD7-AC01-CF1D327963F0}"/>
              </a:ext>
            </a:extLst>
          </p:cNvPr>
          <p:cNvSpPr txBox="1"/>
          <p:nvPr/>
        </p:nvSpPr>
        <p:spPr>
          <a:xfrm>
            <a:off x="8459269" y="4999315"/>
            <a:ext cx="6117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1800" i="1" dirty="0">
                <a:solidFill>
                  <a:srgbClr val="44546A"/>
                </a:solidFill>
              </a:rPr>
              <a:t>Figure 1: Meta Quest 3 [1]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486D9F-0522-F06C-332B-F507EC693591}"/>
              </a:ext>
            </a:extLst>
          </p:cNvPr>
          <p:cNvSpPr txBox="1"/>
          <p:nvPr/>
        </p:nvSpPr>
        <p:spPr>
          <a:xfrm>
            <a:off x="478359" y="2594039"/>
            <a:ext cx="75462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spcBef>
                <a:spcPts val="5463"/>
              </a:spcBef>
              <a:spcAft>
                <a:spcPts val="838"/>
              </a:spcAft>
            </a:pPr>
            <a:r>
              <a:rPr lang="en-US" altLang="en-US" sz="2800" dirty="0"/>
              <a:t>Solution: Setting</a:t>
            </a:r>
            <a:r>
              <a:rPr lang="en-US" altLang="en-US" sz="1800" dirty="0">
                <a:solidFill>
                  <a:srgbClr val="2F5496"/>
                </a:solidFill>
              </a:rPr>
              <a:t> </a:t>
            </a:r>
            <a:r>
              <a:rPr lang="en-US" altLang="en-US" sz="2800" dirty="0"/>
              <a:t>up</a:t>
            </a:r>
            <a:r>
              <a:rPr lang="en-US" altLang="en-US" sz="1800" dirty="0">
                <a:solidFill>
                  <a:srgbClr val="2F5496"/>
                </a:solidFill>
              </a:rPr>
              <a:t> </a:t>
            </a:r>
            <a:r>
              <a:rPr lang="en-US" altLang="en-US" sz="2800" dirty="0"/>
              <a:t>the</a:t>
            </a:r>
            <a:r>
              <a:rPr lang="en-US" altLang="en-US" sz="1800" dirty="0">
                <a:solidFill>
                  <a:srgbClr val="2F5496"/>
                </a:solidFill>
              </a:rPr>
              <a:t> </a:t>
            </a:r>
            <a:r>
              <a:rPr lang="en-US" altLang="en-US" sz="2800" dirty="0"/>
              <a:t>Meta</a:t>
            </a:r>
            <a:r>
              <a:rPr lang="en-US" altLang="en-US" sz="1800" dirty="0">
                <a:solidFill>
                  <a:srgbClr val="2F5496"/>
                </a:solidFill>
              </a:rPr>
              <a:t> </a:t>
            </a:r>
            <a:r>
              <a:rPr lang="en-US" altLang="en-US" sz="2800" dirty="0"/>
              <a:t>Quest</a:t>
            </a:r>
            <a:r>
              <a:rPr lang="en-US" altLang="en-US" sz="1800" dirty="0">
                <a:solidFill>
                  <a:srgbClr val="2F5496"/>
                </a:solidFill>
              </a:rPr>
              <a:t> </a:t>
            </a:r>
            <a:r>
              <a:rPr lang="en-US" altLang="en-US" sz="28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E8DFD0-6DAD-1E3F-96C2-6028316281BB}"/>
              </a:ext>
            </a:extLst>
          </p:cNvPr>
          <p:cNvSpPr txBox="1"/>
          <p:nvPr/>
        </p:nvSpPr>
        <p:spPr>
          <a:xfrm>
            <a:off x="478359" y="3145162"/>
            <a:ext cx="75462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spcAft>
                <a:spcPts val="5675"/>
              </a:spcAft>
            </a:pPr>
            <a:r>
              <a:rPr lang="en-US" altLang="en-US" sz="2800" dirty="0"/>
              <a:t>Criteria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8CBB96-0350-C009-59F6-00F651CB7F04}"/>
              </a:ext>
            </a:extLst>
          </p:cNvPr>
          <p:cNvSpPr txBox="1"/>
          <p:nvPr/>
        </p:nvSpPr>
        <p:spPr>
          <a:xfrm>
            <a:off x="452486" y="3538082"/>
            <a:ext cx="75462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eaLnBrk="1" hangingPunct="1">
              <a:spcBef>
                <a:spcPts val="5675"/>
              </a:spcBef>
              <a:spcAft>
                <a:spcPts val="625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Battery Life and Charging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493E9E-EF69-1A49-36E4-BEDA82C479A0}"/>
              </a:ext>
            </a:extLst>
          </p:cNvPr>
          <p:cNvSpPr txBox="1"/>
          <p:nvPr/>
        </p:nvSpPr>
        <p:spPr>
          <a:xfrm>
            <a:off x="465423" y="3891166"/>
            <a:ext cx="75462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eaLnBrk="1" hangingPunct="1">
              <a:spcBef>
                <a:spcPts val="2313"/>
              </a:spcBef>
              <a:spcAft>
                <a:spcPts val="625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Cost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0449AB-95FF-75D1-FAA0-5E69CA35CE9D}"/>
              </a:ext>
            </a:extLst>
          </p:cNvPr>
          <p:cNvSpPr txBox="1"/>
          <p:nvPr/>
        </p:nvSpPr>
        <p:spPr>
          <a:xfrm>
            <a:off x="452486" y="4303117"/>
            <a:ext cx="75462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2525"/>
              </a:spcBef>
              <a:spcAft>
                <a:spcPts val="625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Display</a:t>
            </a:r>
            <a:r>
              <a:rPr lang="en-US" altLang="en-US" sz="1800" dirty="0">
                <a:solidFill>
                  <a:srgbClr val="2F5496"/>
                </a:solidFill>
              </a:rPr>
              <a:t> </a:t>
            </a:r>
            <a:r>
              <a:rPr lang="en-US" altLang="en-US" sz="2000" dirty="0"/>
              <a:t>&amp;</a:t>
            </a:r>
            <a:r>
              <a:rPr lang="en-US" altLang="en-US" sz="1800" dirty="0">
                <a:solidFill>
                  <a:srgbClr val="2F5496"/>
                </a:solidFill>
              </a:rPr>
              <a:t> </a:t>
            </a:r>
            <a:r>
              <a:rPr lang="en-US" altLang="en-US" sz="2000" dirty="0"/>
              <a:t>Visual</a:t>
            </a:r>
            <a:r>
              <a:rPr lang="en-US" altLang="en-US" sz="1800" dirty="0">
                <a:solidFill>
                  <a:srgbClr val="2F5496"/>
                </a:solidFill>
              </a:rPr>
              <a:t> </a:t>
            </a:r>
            <a:r>
              <a:rPr lang="en-US" altLang="en-US" sz="2000" dirty="0"/>
              <a:t>Quality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08CD44-65FA-701B-3F67-9B736DFEB6C1}"/>
              </a:ext>
            </a:extLst>
          </p:cNvPr>
          <p:cNvSpPr txBox="1"/>
          <p:nvPr/>
        </p:nvSpPr>
        <p:spPr>
          <a:xfrm>
            <a:off x="392248" y="4876867"/>
            <a:ext cx="11126019" cy="1474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2525"/>
              </a:spcBef>
              <a:spcAft>
                <a:spcPts val="625"/>
              </a:spcAft>
            </a:pPr>
            <a:r>
              <a:rPr lang="en-US" altLang="en-US" sz="2800" dirty="0">
                <a:solidFill>
                  <a:srgbClr val="2F5496"/>
                </a:solidFill>
              </a:rPr>
              <a:t>References</a:t>
            </a:r>
            <a:endParaRPr lang="en-US" altLang="en-US" sz="2800" dirty="0"/>
          </a:p>
          <a:p>
            <a:pPr algn="just" eaLnBrk="1" hangingPunct="1">
              <a:spcBef>
                <a:spcPts val="2525"/>
              </a:spcBef>
              <a:spcAft>
                <a:spcPts val="625"/>
              </a:spcAft>
            </a:pPr>
            <a:r>
              <a:rPr lang="en-US" altLang="en-US" sz="1800" dirty="0"/>
              <a:t>[1]    B. Ashworth, "The Leaked Quest 3 Headset Video Teases Meta's VR Ambitions," wired.com, 23 August 2023. [Online]. Available:</a:t>
            </a:r>
            <a:r>
              <a:rPr lang="en-US" altLang="en-US" sz="1800" dirty="0">
                <a:hlinkClick r:id="rId3"/>
              </a:rPr>
              <a:t> </a:t>
            </a:r>
            <a:r>
              <a:rPr lang="en-US" altLang="en-US" sz="1800" u="sng" dirty="0">
                <a:solidFill>
                  <a:srgbClr val="0563C1"/>
                </a:solidFill>
                <a:hlinkClick r:id="rId3"/>
              </a:rPr>
              <a:t>https://www.wired.com/story/meta-quest-3-headset-video-leak/</a:t>
            </a:r>
            <a:r>
              <a:rPr lang="en-US" altLang="en-US" sz="1800" dirty="0">
                <a:hlinkClick r:id="rId3"/>
              </a:rPr>
              <a:t>.</a:t>
            </a:r>
            <a:r>
              <a:rPr lang="en-US" altLang="en-US" sz="1800" dirty="0"/>
              <a:t> [Accessed 11 February 2025].</a:t>
            </a:r>
          </a:p>
        </p:txBody>
      </p:sp>
    </p:spTree>
    <p:extLst>
      <p:ext uri="{BB962C8B-B14F-4D97-AF65-F5344CB8AC3E}">
        <p14:creationId xmlns:p14="http://schemas.microsoft.com/office/powerpoint/2010/main" val="3200999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125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Vasukumar Patel</dc:creator>
  <cp:lastModifiedBy>Vasukumar Patel</cp:lastModifiedBy>
  <cp:revision>3</cp:revision>
  <dcterms:created xsi:type="dcterms:W3CDTF">2025-03-10T16:19:39Z</dcterms:created>
  <dcterms:modified xsi:type="dcterms:W3CDTF">2025-03-10T16:50:51Z</dcterms:modified>
</cp:coreProperties>
</file>